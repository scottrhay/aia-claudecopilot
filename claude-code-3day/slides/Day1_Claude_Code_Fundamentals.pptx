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Here's the real distinction. A coding assistant autocompletes as you type - you drive every single step, it makes suggestions, and you do the integrating. Useful, but you are still the engine. A coding agent is different in kind, not degree: you give it a goal, and it runs a loop - it reads your code, edits files, runs commands and tests, checks the results, and comes back with a verified outcome. You review outcomes, not keystrokes. That is the mindset shift of the whole course: you're moving from typist to reviewer and delegator. And that shift is uncomfortable at first - most of us have twenty years of habit that says 'I type the code.' The skill you're building today is directing: writing sharp goals, feeding the right context, and verifying results. If someone asks whether the agent replaces the developer, the answer is no - it replaces the typing, and it raises the value of judgment: deciding what to build, what good looks like, and what's safe to run. ASK: What changes about YOUR job if the verify step - running the tests, checking the output - happens automatically? expect: 'I review outcomes,' 'I write better instructions,' 'I do more in parallel.' SAY-NEXT: Before anyone installs anything, the unglamorous question that saves the morning - who's actually licensed to use this?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3 min) SAY: Access is an identity-and-policy check, not a pricing-memory quiz - plans and seat allowances change faster than any slide can. Four ways in. An individual Pro or Max subscription: sign in with the same identity you'll use in Claude Code. A Team or Enterprise seat: Standard and Premium seats can include Claude Code, but organization policy and usage allowance still apply - your admin decides what your seat can actually do. Anthropic Console or API access: that's usage-billed, pay per token, governed separately from subscription allowances. And cloud providers - Bedrock, Google Cloud, Microsoft Foundry, and Claude Platform on AWS - each with provider-specific model support. Bottom row is our classroom gate, and it's marked in red for a reason: before the lab, you launch Claude Code and confirm /model and /usage actually work for you. Do not infer access from a pricing page - verify with the live account. If someone asks 'which plan should my company buy,' the honest answer is: check current plan terms with your admin, because entitlements move. (verify at delivery) ASK: Which identity will you use for today's labs - personal or the organization account? expect: the organization-approved account, and now is the moment to sort out anyone who isn't sure. SAY-NEXT: Access proven - the install itself takes about two minutes, and it got much easier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(9:15, 3 min) SAY: If you last looked at Claude Code more than a year ago, or you're reading older blog posts, this slide is the correction: the npm era is over. As of January 2026, the npm install path is deprecated - it still works for backward compatibility, but the default is one native binary per platform. On macOS, it's brew install claude, or the curl one-liner from the docs. On Windows - and this matters for this room - winget install, fully native: no WSL, no Node.js, no dependency chain. On Linux, apt or dnf packages, or the same curl installer. The native installers also self-update, which kills the two worst setup failure modes we used to see in courses: broken Node versions and stale installs. If you have an old npm-based install on your machine, migrate it to native - that's part of tonight's cleanup if it applies to you. If someone asks why native matters, the answer is reliability: fewer moving parts between you and the agent, and updates arrive without you thinking about them. ASK: Show of hands - who has fought WSL or a Node version mismatch just to install a dev tool this year? expect: several hands and a war story or two; acknowledge them and move on. SAY-NEXT: Once it's installed, you actually have several different ways to run it - here they are.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2 min) SAY: Four surfaces, one engine. The terminal CLI is the core experience - everything we do today works there, and it's what this course teaches, because it's the canonical surface where features land first. The VS Code extension bundles the CLI - there's no separate install step, and you get the agent in a panel next to your editor. The desktop app is a visual interface for the terminal-averse - if you have teammates who never open a shell, this is their door in; it's been on Linux in beta since late June. And the JetBrains plugin works, but note the caveat on the slide: it needs the CLI already on your PATH, so the terminal install comes first anyway. My advice for today: stay in the terminal even if it's not home, because seeing the raw loop teaches you what the prettier surfaces are hiding. ASK: Quick chat answer - where do you live day to day: terminal, VS Code, or JetBrains? expect: mostly VS Code and JetBrains, a terminal minority. SAY-NEXT: However you run it, you're starting sessions - and sessions have an anatomy worth two minutes of your attention.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 think of it as a REPL, a live conversation where you steer turn by turn; that's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Extended thinking is the third lever, next to model choice and context. Think of it as a reasoning budget - extra deliberation the model spends before answering, which you pay for in tokens and latency. For most edits, the default reasoning is plenty. But three kinds of work earn a deeper pass: architecture calls, gnarly debugging where the cause isn't obvious, and risky migrations where a wrong step is expensive. How you spend it: ask for deeper reasoning on that one step - literally say 'think hard about this before answering' - or escalate the model for the step and drop back afterward. What you should not do is turn maximum thinking on for everything; that's the same mistake as @-mentioning your whole repo - paying premium prices for routine work. And read the caution with me: the exact thinking controls are release-dependent - the toggles and defaults move between versions - so we verify the live behavior on delivery morning rather than promising a keystroke today. (verify at delivery) ASK: Which task from your last sprint genuinely deserved a deeper think? expect: a design decision or a root-cause hunt - nobody should say a rename. SAY-NEXT: Model chosen, thinking budgeted - now the engine itself: the loop that runs every single time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One keystroke - Shift+Tab - rotates through four permission modes; watch the mode indicator in the terminal as you cycle. Default: ask before acting - every file edit, every command needs your yes; maximum oversight, and the right home for day one and for unfamiliar repos. AcceptEdits: file edits are auto-approved, but commands still gate - for when you trust the editing but want a hand on anything that executes. Plan: explore before acting - Claude reads, searches, and proposes an approach, but touches nothing until you approve the plan; remember the creator's own rule from this morning: plan mode for ANY non-trivial task. Auto: acts alone inside guardrails - the July addition, and the next two slides are entirely about what makes it safe. The principle: match mode to trust and task, not to mood - the mode question is really 'how much do I trust this session, in this repo, on this task?' ASK: Which mode for a refactor in an unfamiliar codebase? expect: Plan - explore first, execute after review; anyone who says Auto gets asked what they'd want denied first, which is a perfect segue. SAY-NEXT: Auto mode only earns its keep because of what sits underneath it - here's the machinery.</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5.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7.png"/><Relationship Id="rId4" Type="http://schemas.openxmlformats.org/officeDocument/2006/relationships/image" Target="../media/image22.png"/><Relationship Id="rId5" Type="http://schemas.openxmlformats.org/officeDocument/2006/relationships/image" Target="../media/image17.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2.png"/><Relationship Id="rId4" Type="http://schemas.openxmlformats.org/officeDocument/2006/relationships/image" Target="../media/image24.png"/><Relationship Id="rId5" Type="http://schemas.openxmlformats.org/officeDocument/2006/relationships/image" Target="../media/image13.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5.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15.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2.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3.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6.png"/><Relationship Id="rId5" Type="http://schemas.openxmlformats.org/officeDocument/2006/relationships/image" Target="../media/image33.png"/><Relationship Id="rId6" Type="http://schemas.openxmlformats.org/officeDocument/2006/relationships/image" Target="../media/image7.png"/><Relationship Id="rId7" Type="http://schemas.openxmlformats.org/officeDocument/2006/relationships/image" Target="../media/image31.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8.png"/><Relationship Id="rId7" Type="http://schemas.openxmlformats.org/officeDocument/2006/relationships/image" Target="../media/image22.png"/><Relationship Id="rId8" Type="http://schemas.openxmlformats.org/officeDocument/2006/relationships/image" Target="../media/image15.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5.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13.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35.png"/><Relationship Id="rId4" Type="http://schemas.openxmlformats.org/officeDocument/2006/relationships/image" Target="../media/image33.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4.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9.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5.png"/><Relationship Id="rId5"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7.png"/><Relationship Id="rId5" Type="http://schemas.openxmlformats.org/officeDocument/2006/relationships/image" Target="../media/image1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7.png"/><Relationship Id="rId6" Type="http://schemas.openxmlformats.org/officeDocument/2006/relationships/image" Target="../media/image22.png"/><Relationship Id="rId7" Type="http://schemas.openxmlformats.org/officeDocument/2006/relationships/image" Target="../media/image6.png"/><Relationship Id="rId8"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image" Target="../media/image13.png"/><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31.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5.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13.png"/><Relationship Id="rId7"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35.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5.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16.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3.png"/><Relationship Id="rId8"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5.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8" name="TextBox 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Assistant or agent?</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Coding assistant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Autocompletes as you type</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drive every single step</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Suggestions - you integrate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Coding agent</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Takes a goal, runs a loop</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Reads, edits, runs, verifies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review outcomes, not keystrokes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ACCESS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Access: prove it before the lab</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Individual subscription</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Pro or Max: sign in with the same identity you will use in Claude Code.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 or Enterprise seat</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Standard and Premium seats can have Claude Code; organization policy and allowance still apply.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Anthropic Console / API</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API-key access is usage billed and governed separately from subscription allowances.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Cloud provider</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Bedrock, Google Cloud, Microsoft Foundry, and Claude Platform on AWS have provider-specific model support.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and confirm /model plus /usage. Do not infer access from the pricing page alone.</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Plans, seat allowances, and model availability change. Verify the learner identity and live account, not a remembered price table.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native, no Node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npm era is over - one native binary per platform.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macOS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brew install claude - or the curl one-liner.</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2"/>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Windows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winget install - fully native. No WSL, no Node.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2"/>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Linux</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apt / dnf packages, or the curl installer.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3"/>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npm install is deprecated (Jan 2026, backcompat only) - migrate old npm installs to native.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ways to run it</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at_2A2A30.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core experience - everything we do today works here.</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extension</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Bundles the CLI - no separate install step.</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eye_2A2A30.png"/>
          <p:cNvPicPr>
            <a:picLocks noChangeAspect="1"/>
          </p:cNvPicPr>
          <p:nvPr/>
        </p:nvPicPr>
        <p:blipFill>
          <a:blip r:embed="rId4"/>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Visual interface for the terminal-averse; Linux beta since late June.</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en_2A2A30.png"/>
          <p:cNvPicPr>
            <a:picLocks noChangeAspect="1"/>
          </p:cNvPicPr>
          <p:nvPr/>
        </p:nvPicPr>
        <p:blipFill>
          <a:blip r:embed="rId5"/>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JetBrains plugin</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Works, but needs the CLI already on your PATH.</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steer it turn by turn</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Extended thinking: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 for deeper reasoning on that step - or escalate the model.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More tokens and more latency - spend it deliberately.</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Thinking controls are release-dependent - verify the live toggle and defaults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Double-tap Esc</a:t>
            </a:r>
            <a:r>
              <a:rPr sz="1400" b="0">
                <a:solidFill>
                  <a:srgbClr val="ACACB4"/>
                </a:solidFill>
                <a:latin typeface="Instrument Sans"/>
              </a:rPr>
              <a:t>  -  opens the rewind menu</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restore conversation,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the four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Default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 before acting</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AcceptEdits</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file edits auto-approved</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before acting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acts alone, guarded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