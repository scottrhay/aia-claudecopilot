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STEP 0 - THE FOLDER, do this before anything else</a:t>
            </a:r>
          </a:p>
          <a:p>
            <a:r>
              <a:t>Nobody has a workspace yet, and Claude writes files into whatever folder is open. If they start with no folder, hello.md lands in their home directory - the exact mistake we warn about later today. So make the folder first, and say why in one line: "Claude works inside the folder you open. Let's give it one."</a:t>
            </a:r>
          </a:p>
          <a:p>
            <a:r>
              <a:t>SAY THIS TOO, it saves confusion at 11 o'clock: "This one folder is your workspace for all three days. Everything you build in the labs goes here. You will not need to create another one." One folder, opened once, never switched - that is deliberate. Switching workspaces mid-morning changes the Claude session and half the room gets lost.</a:t>
            </a:r>
          </a:p>
          <a:p/>
          <a:p>
            <a:r>
              <a:t>Two ways, tell them to pick either:</a:t>
            </a:r>
          </a:p>
          <a:p>
            <a:r>
              <a:t>- VS Code: File, Open Folder, then create a new folder called claude-code-training and open it.</a:t>
            </a:r>
          </a:p>
          <a:p>
            <a:r>
              <a:t>- Terminal: mkdir claude-code-training then cd claude-code-training then open that folder in VS Code.</a:t>
            </a:r>
          </a:p>
          <a:p/>
          <a:p>
            <a:r>
              <a:t>POINT AT LAB 0 HERE</a:t>
            </a:r>
          </a:p>
          <a:p>
            <a:r>
              <a:t>Say it out loud: "Lab 0 in your materials is the written version of everything we are doing right now - installing, this folder, these three lines. If you fall behind at any point today, that document catches you up. You do not need to read it now; you need to know it exists."</a:t>
            </a:r>
          </a:p>
          <a:p/>
          <a:p>
            <a:r>
              <a:t>THEN THE THREE LINES</a:t>
            </a:r>
          </a:p>
          <a:p>
            <a:r>
              <a:t>Line 1 - claude. Starts it and triggers sign-in with the organization identity. Do NOT say "claude auth login" - that is not the flow and it is not what Lab 0 says.</a:t>
            </a:r>
          </a:p>
          <a:p>
            <a:r>
              <a:t>Line 2 - /model. Confirm Sonnet 5. Say why: if their model differs from mine, their output differs from mine all day and we chase a difference that is not real.</a:t>
            </a:r>
          </a:p>
          <a:p>
            <a:r>
              <a:t>Line 3 - the actual test: "Create hello.md with one line explaining what Claude Code is, then tell me what you did."</a:t>
            </a:r>
          </a:p>
          <a:p>
            <a:r>
              <a:t>Notice what that is NOT: it is not a question. I asked it to DO something and report back. First interaction should be an action, not a conversation. That distinction is the whole course in one line.</a:t>
            </a:r>
          </a:p>
          <a:p/>
          <a:p>
            <a:r>
              <a:t>WARN THEM BEFORE THEY PASTE LINE 3</a:t>
            </a:r>
          </a:p>
          <a:p>
            <a:r>
              <a:t>It will ask permission before writing the file. Say so in advance: "You are about to get an approval prompt. Click accept. You will get a lot of these today - that is deliberate, and this afternoon you learn how to stop answering the same one fifty times." That sentence pre-frames Block 4.</a:t>
            </a:r>
          </a:p>
          <a:p/>
          <a:p>
            <a:r>
              <a:t>THE GATE</a:t>
            </a:r>
          </a:p>
          <a:p>
            <a:r>
              <a:t>hello.md appears in their file tree and Claude says what it did. That proves four things at once - install works, authenticated, model responding, and it can write to their workspace. Nothing else needs checking.</a:t>
            </a:r>
          </a:p>
          <a:p/>
          <a:p>
            <a:r>
              <a:t>IF SOMEONE FAILS</a:t>
            </a:r>
          </a:p>
          <a:p>
            <a:r>
              <a:t>Do not debug in front of the room. Pair them with a neighbour, note the name, fix it at the break.</a:t>
            </a:r>
          </a:p>
          <a:p/>
          <a:p>
            <a:r>
              <a:t>ASK: [CRESCENDO L1] Thumbs up in chat when hello.md shows up in your file tree. expect: a wave of thumbs - your green light.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 these in order</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1. Make a folder, open it in VS Code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2. Start Claude and sign in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 Confirm your model</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4. Give it a first instruction</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THEN PASTE THESE</a:t>
            </a:r>
          </a:p>
        </p:txBody>
      </p:sp>
      <p:sp>
        <p:nvSpPr>
          <p:cNvPr id="15" name="Rounded Rectangle 14"/>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9" name="Rounded Rectangle 18"/>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3" name="Rounded Rectangle 22"/>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