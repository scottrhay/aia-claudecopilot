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Your browser opens, you sign in with your organization identity, and the seat binds to this machine. Line two: slash model - confirm you are on Sonnet 5 like the rest of the room, so your results match mine. Line three is the real gate, and it is deliberately trivial: ask it what this folder is. If it answers, three things are proven at once - the install works, you are authenticated, and a model is responding. That is the whole check. I am NOT going to have you run a diagnostic sweep. There is one, and we will talk about it in a moment, but its report is long and specific to your machine - twenty of you would get twenty different pages and we would spend the morning reading them. One answer to one question proves what we need. If your line three does not come back, raise a hand now rather than at ten o'clock. ASK: [CRESCENDO L1] Thumbs up in chat when Claude answers you. expect: a wave of thumbs - that is your green light to move on. SAY-NEXT: Everyone answered? Good - now let's talk about what is actually happening when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Effort is the third lever, next to model choice and context - and unlike the other two it has a physical control you can point at. Look at the bottom of your Claude Code panel: there is an Effort slider, and mine is sitting on High. Think of it as a reasoning budget - extra deliberation before answering, which you pay for in tokens and in waiting. Most edits do not need it. Three kinds of work earn it: architecture decisions where a wrong call is expensive to unwind, debugging where the obvious answer has already failed you twice, and risky migrations where you would rather it thought first. Turn it down for renames, boilerplate, and mechanical edits - you get answers faster and you spend less. For today, leave it where it is and change it once deliberately so you feel the difference; the point is knowing the dial exists and that it costs something. If someone asks whether higher effort means better code, the answer is no - it means more deliberation, which helps on hard problems and just costs you time on easy ones. ASK: [CRESCENDO L2] Chat check - what does your Effort slider say right now? expect: a spread, which makes the point that defaults vary. SAY-NEXT: Model, context, effort - three levers. Now the loop those levers run inside. (verify at delivery - slider position and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WORKSPACE FIRST - do this on screen, narrating, because it is the habit you want them to copy: open the project folder in VS Code before you start Claude, and trust it when VS Code asks. Say it plainly: 'Claude scopes itself to the folder you have open. No folder, no project memory, no file tree to point at, and nothing for /init to read - it is just a chat box.' Point at the empty panel before you open the folder so they SEE the difference. Then open the folder and note what changed. If the repo is brand new, that is exactly when you run /init - Claude reads the codebase and writes the first CLAUDE.md for you. That is your real workflow; teach it as your real workflow. Launch tip for yourself: `code .` from your configured terminal opens the folder AND passes CLAUDE_CONFIG_DIR to the extension in one move. Then the demo proper.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/model, then a throwaway question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WORKSPACE CHECK: folder open and trusted before you start, or /init has nothing to read.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WORKSPACE CHECK: dashboard folder open and trusted before you start.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WORKSPACE CHECK: folder open and trusted - project settings.json only loads after trust.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Prove it answers - that is the gate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one sentence, what is this folder?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Effort slider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Bottom of the Claude Code panel. Ours sits at High.</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up</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down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Renames, boilerplate, mechanical edits - faster and cheaper.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Effort and thinking controls move between releases - check the live slider before you teach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/model, then one throwaway question</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