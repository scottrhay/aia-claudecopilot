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WHERE WE ARE</a:t>
            </a:r>
          </a:p>
          <a:p>
            <a:r>
              <a:t>They have just installed. Nobody has run anything yet. This slide gets every person in the room to a working Claude before we talk about anything else - and the next three slides need it running, because they are going to be clicking around their own panel.</a:t>
            </a:r>
          </a:p>
          <a:p/>
          <a:p>
            <a:r>
              <a:t>LINE 1 - claude auth login</a:t>
            </a:r>
          </a:p>
          <a:p>
            <a:r>
              <a:t>Browser opens, they sign in with the organization identity from two slides ago, the seat binds to this machine. If they installed the extension, signing in through the panel does the same job.</a:t>
            </a:r>
          </a:p>
          <a:p/>
          <a:p>
            <a:r>
              <a:t>LINE 2 - /model</a:t>
            </a:r>
          </a:p>
          <a:p>
            <a:r>
              <a:t>Confirm Sonnet 5. Say why: if their model differs from mine, their output differs from mine all day and we waste time chasing a difference that is not real.</a:t>
            </a:r>
          </a:p>
          <a:p/>
          <a:p>
            <a:r>
              <a:t>LINE 3 - the one that matters</a:t>
            </a:r>
          </a:p>
          <a:p>
            <a:r>
              <a:t>"Create hello.md with one line explaining what Claude Code is, then tell me what you did."</a:t>
            </a:r>
          </a:p>
          <a:p>
            <a:r>
              <a:t>Notice what that is NOT. It is not a question. I deliberately asked it to DO something - write a file - and report back. First interaction should be an action, not a conversation. That distinction is the entire course in one line.</a:t>
            </a:r>
          </a:p>
          <a:p/>
          <a:p>
            <a:r>
              <a:t>WARN THEM BEFORE THEY PASTE</a:t>
            </a:r>
          </a:p>
          <a:p>
            <a:r>
              <a:t>It will ask permission before writing the file. Say so in advance: "You are about to get an approval prompt. Click accept. You will get a lot of these today - that is deliberate, and this afternoon you will learn how to stop answering the same one fifty times." That one sentence pre-frames Block 4.</a:t>
            </a:r>
          </a:p>
          <a:p/>
          <a:p>
            <a:r>
              <a:t>THE GATE - this is what you are actually checking</a:t>
            </a:r>
          </a:p>
          <a:p>
            <a:r>
              <a:t>hello.md appears in their file tree and Claude tells them what it did. That single exchange proves four things: install works, authenticated, model responding, and it can write to their workspace. Nothing else needs checking. No diagnostic sweep.</a:t>
            </a:r>
          </a:p>
          <a:p/>
          <a:p>
            <a:r>
              <a:t>IF SOMEONE FAILS</a:t>
            </a:r>
          </a:p>
          <a:p>
            <a:r>
              <a:t>Do not debug in front of the room. Pair them with a neighbour, note their name, fix it at the break. One broken laptop must not cost nineteen people their attention.</a:t>
            </a:r>
          </a:p>
          <a:p/>
          <a:p>
            <a:r>
              <a:t>ASK: [CRESCENDO L1] Thumbs up in chat when hello.md shows up in your file tree. expect: a wave of thumbs - your green light to move on.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ONE HONEST SENTENCE (10 sec)</a:t>
            </a:r>
          </a:p>
          <a:p>
            <a:r>
              <a:t>You are demoing on your own machine with your own setup, which is fine. Do not stage a clean profile - that is one more thing to break at 9am. Just say this once:</a:t>
            </a:r>
          </a:p>
          <a:p>
            <a:r>
              <a:t>"My setup has more loaded into it than yours does - I use this daily for my own business. If you ever see something on my screen that you do not have, stop me and say so. That is useful information, not a distraction."</a:t>
            </a:r>
          </a:p>
          <a:p>
            <a:r>
              <a:t>That is the whole disclosure. It sets the expectation, invites the correction, and costs you ten seconds instead of ninety.</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USEFUL ASIDE, keep it short: everything in the user layer lives in one directory, and there is an environment variable - CLAUDE_CONFIG_DIR - that points Claude Code at a different one. That is how you get a clean profile for testing, or a separate setup per client. Mention it, do not dwell: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doing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Sign in with your org identity</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Make it DO something, not just chat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