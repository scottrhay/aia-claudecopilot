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JUST DID THIS IN LAB 0 - this is a recap slide, not a teaching slide. Thirty seconds. Say 'you already did this, here it is for your notes' and move. The reason it stays in the deck is that they get the PDF afterwards and this is the reference. (9:12,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JUST DID THIS IN LAB 0 - recap only, thirty seconds. Point out the row they used and note the others exist for when they set up a second machine. Do not walk the table. (9:14,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CHECKPOINT - not a new exercise</a:t>
            </a:r>
          </a:p>
          <a:p/>
          <a:p>
            <a:r>
              <a:t>WHY THIS SLIDE IS SHORT NOW</a:t>
            </a:r>
          </a:p>
          <a:p>
            <a:r>
              <a:t>They already did all of this with you in Lab 0 half an hour ago. Do not run it again. This slide exists for one reason: to catch anyone who fell behind before we get anywhere near a lab. Treat it as a headcount, not an activity.</a:t>
            </a:r>
          </a:p>
          <a:p/>
          <a:p>
            <a:r>
              <a:t>WHAT TO SAY</a:t>
            </a:r>
          </a:p>
          <a:p>
            <a:r>
              <a:t>"Quick checkpoint before we go further. In Lab 0 you signed in, you confirmed your model, and Claude wrote hello.md into your workspace. Everyone still have that file? Anyone whose Claude is not responding right now?"</a:t>
            </a:r>
          </a:p>
          <a:p/>
          <a:p>
            <a:r>
              <a:t>Then wait. This is one of the few moments where waiting is worth it, because a broken laptop found here costs thirty seconds, and the same laptop found at 11:00 in the middle of Lab 1A costs you the room's attention.</a:t>
            </a:r>
          </a:p>
          <a:p/>
          <a:p>
            <a:r>
              <a:t>THE TWO LINES ON THE RIGHT</a:t>
            </a:r>
          </a:p>
          <a:p>
            <a:r>
              <a:t>They are there as a re-run, not a first run. If someone is broken, have them run /model to confirm they are on Sonnet 5, then the hello.md instruction to prove it can write. Do not walk the whole room through it again.</a:t>
            </a:r>
          </a:p>
          <a:p/>
          <a:p>
            <a:r>
              <a:t>IF SOMEONE IS STILL BROKEN</a:t>
            </a:r>
          </a:p>
          <a:p>
            <a:r>
              <a:t>Pair them with a neighbor now, get their name, and fix it at the break. Do not debug in front of nineteen other people. Say it plainly and without drama: "Sit with Dave for this next bit, we will sort yours out at ten-thirty."</a:t>
            </a:r>
          </a:p>
          <a:p/>
          <a:p>
            <a:r>
              <a:t>WHY hello.md MATTERED</a:t>
            </a:r>
          </a:p>
          <a:p>
            <a:r>
              <a:t>Worth one sentence while you have their attention: their first interaction was Claude DOING something - writing a file - not answering a question. That is the difference between a chatbot and an agent, and it is the whole reason this course exists. You will keep pulling on that thread all day.</a:t>
            </a:r>
          </a:p>
          <a:p/>
          <a:p>
            <a:r>
              <a:t>ASK: [CRESCENDO L1] Thumbs up if hello.md is still in your file tree. expect: quick thumbs. IF NOBODY ANSWERS: flip it - "anyone NOT have it?" - the negative question gets an answer when the positive one does not.</a:t>
            </a:r>
          </a:p>
          <a:p/>
          <a:p>
            <a:r>
              <a:t>SAY-NEXT: Everyone is running. So let's talk about what actually happened when you pressed Enter.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Checkpoint: everyone running?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You did this in Lab 0</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Signed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Confirmed the model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wrote you a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RE-RUN ONLY IF NEEDED</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17" name="Rounded Rectangle 16"/>
          <p:cNvSpPr/>
          <p:nvPr/>
        </p:nvSpPr>
        <p:spPr>
          <a:xfrm>
            <a:off x="7040880" y="3244596"/>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