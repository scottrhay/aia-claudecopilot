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Effort is the third lever, next to model choice and context - and unlike the other two it has a physical control you can point at. Look at the bottom of your Claude Code panel: there is an Effort slider, and mine is sitting on High. Think of it as a reasoning budget - extra deliberation before answering, which you pay for in tokens and in waiting. Most edits do not need it. Three kinds of work earn it: architecture decisions where a wrong call is expensive to unwind, debugging where the obvious answer has already failed you twice, and risky migrations where you would rather it thought first. Turn it down for renames, boilerplate, and mechanical edits - you get answers faster and you spend less. For today, leave it where it is and change it once deliberately so you feel the difference; the point is knowing the dial exists and that it costs something. If someone asks whether higher effort means better code, the answer is no - it means more deliberation, which helps on hard problems and just costs you time on easy ones. ASK: [CRESCENDO L2] Chat check - what does your Effort slider say right now? expect: a spread, which makes the point that defaults vary. SAY-NEXT: Model, context, effort - three levers. Now the loop those levers run inside. (verify at delivery - slider position and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 PRACTICAL NOTE for the panel: slash commands work here the same as the terminal - type the slash and the command name. If someone says the list shows 'no matching commands', have them finish typing the full word; it resolves. Do not let anyone conclude the command is missing.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WORKSPACE FIRST - do this on screen, narrating, because it is the habit you want them to copy: open the project folder in VS Code before you start Claude, and trust it when VS Code asks. Say it plainly: 'Claude scopes itself to the folder you have open. No folder, no project memory, no file tree to point at, and nothing for /init to read - it is just a chat box.' Point at the empty panel before you open the folder so they SEE the difference. Then open the folder and note what changed. If the repo is brand new, that is exactly when you run /init - Claude reads the codebase and writes the first CLAUDE.md for you. That is your real workflow; teach it as your real workflow. Launch tip for yourself: `code .` from your configured terminal opens the folder AND passes CLAUDE_CONFIG_DIR to the extension in one move. Then the demo proper.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WORKSPACE CHECK: folder open and trusted before you start, or /init has nothing to read.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WORKSPACE CHECK: dashboard folder open and trusted before you start.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WORKSPACE CHECK: folder open and trusted - project settings.json only loads after trust.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Effort slider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Bottom of the Claude Code panel. Ours sits at High.</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up</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down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Renames, boilerplate, mechanical edits - faster and cheaper.</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Effort and thinking controls move between releases - check the live slider before you teach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