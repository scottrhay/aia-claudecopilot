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WORKSPACE FIRST - do this on screen, narrating, because it is the habit you want them to copy: open the project folder in VS Code before you start Claude, and trust it when VS Code asks. Say it plainly: 'Claude scopes itself to the folder you have open. No folder, no project memory, no file tree to point at, and nothing for /init to read - it is just a chat box.' Point at the empty panel before you open the folder so they SEE the difference. Then open the folder and note what changed. If the repo is brand new, that is exactly when you run /init - Claude reads the codebase and writes the first CLAUDE.md for you. That is your real workflow; teach it as your real workflow. Launch tip for yourself: `code .` from your configured terminal opens the folder AND passes CLAUDE_CONFIG_DIR to the extension in one move. Then the demo proper.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