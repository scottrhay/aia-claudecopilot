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I know most of you live in VS Code, so let's be precise about where things are, because it matters for two labs today. Our classroom setup is VS Code with `claude` running in the integrated terminal. You get the full text interface - every slash command, every keyboard control - and your files are right there in the editor beside it. Best of both. The extension panel is a genuinely nice surface on top of the same engine: side-by-side visual diffs, you can edit Claude's plan before you accept it, one-click rewind, multiple conversation tabs, and Alt+K drops an at-mention of whatever you have selected. Use it for reviewing changes - it beats reading a diff in a terminal. Here is the part to write down, and it is on the strip: the two keyboard moves we lean on today - Shift+Tab to cycle permission modes, and double-Esc to open rewind - are terminal behaviors. In the extension panel you use its own mode switcher and its own rewind button instead. Same capability, different control. That is why the labs say integrated terminal: so one set of instructions works for all of us. If someone asks which is better, the answer is neither - the terminal is canonical and it is what Day 3's headless and CI work uses, the panel is more comfortable for reviewing diffs. Most people end up in both. ASK: [CRESCENDO L2] Quick chat - who is planning to work in the extension panel today versus the terminal? expect: mostly panel, which is exactly why we just drew the line. SAY-NEXT: Whichever surface, the loop underneath is identical - so let's look at that loop. (verify at delivery - extension feature list moves; confirm the panel's rewind control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 think of it as a REPL, a live conversation where you steer turn by turn; that's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That opens your browser, you sign in with the identity we just agreed on, and your seat is bound to this machine. Line two: /doctor - that's Claude Code's built-in health check; it inspects your install, your auth, your configuration, and offers to repair what it finds. We'll give /doctor its own slide shortly - for now, just run it. Line three is your first real task: 'Read package.json and tell me what this project does in three sentences.' Small, harmless, and it proves the entire loop end to end - the agent reads a real file and reasons about it. Type along with me now; I'll walk the room in a moment. Drop a green checkmark in chat when /doctor comes back clean. ASK: Green checks in chat - is /doctor clean for everyone? expect: nearly all green; one or two auth stragglers - usually a popup blocker on the browser sign-in - and we catch those right now, not at lab time. SAY-NEXT: Now that everyone's alive, a question most people never ask: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Extended thinking is the third lever, next to model choice and context. Think of it as a reasoning budget - extra deliberation the model spends before answering, which you pay for in tokens and latency. For most edits, the default reasoning is plenty. But three kinds of work earn a deeper pass: architecture calls, gnarly debugging where the cause isn't obvious, and risky migrations where a wrong step is expensive. How you spend it: ask for deeper reasoning on that one step - literally say 'think hard about this before answering' - or escalate the model for the step and drop back afterward. What you should not do is turn maximum thinking on for everything; that's the same mistake as @-mentioning your whole repo - paying premium prices for routine work. And read the caution with me: the exact thinking controls are release-dependent - the toggles and defaults move between versions - so we verify the live behavior on delivery morning rather than promising a keystroke today. (verify at delivery) ASK: Which task from your last sprint genuinely deserved a deeper think? expect: a design decision or a root-cause hunt - nobody should say a rename. SAY-NEXT: Model chosen, thinking budgeted - now the engine itself: the loop that runs every single time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(9:53, 2 min) SAY: You already ran /doctor at the gate - here's what you actually have. As of the July update, /doctor is a full diagnostic: install, authentication, configuration, and MCP connections - one health screen for everything between you and a working agent. Better: it offers to fix what it finds - press f and it repairs the findings itself, instead of handing you a to-do list. And it flags waste: unused skills, dormant MCP servers, and slow hooks - things that silently tax every session you run whether you use them or not; we'll define skills, MCP, and hooks properly across Days One and Two, so don't worry if those words are new. Make it your reflex: whenever anything feels wrong with Claude Code, /doctor is the first move - before Google, before reinstalling. One honesty note from the strip: the auto-fix specifics come from secondary sources, so we re-verify /doctor's exact behavior on delivery morning. (verify at delivery) ASK: What's your current equivalent of /doctor - how do you debug your dev setup today? expect: laughter, then 'Google and vibes' - which is the point. SAY-NEXT: Enough theory. Watch the whole thing run end to end - install to first working task.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BEFORE YOU START, say this out loud (30 sec): 'One thing before I run anything. I use Claude Code hard for my own business, and my normal setup has a dozen plugins, custom hooks, and its own memory system wired in. I have switched all of it off for this class - I am running a clean profile, same as yours. Two reasons. First, everything you see on my screen should be reproducible on yours; if it is not, that is a bug and I want to know. Second - by the end of tomorrow you will have built the pieces I just turned off. That is the course.' That disclosure buys you trust and kills the 'why does mine look different' interruption for the rest of the day. If anyone asks how you did it, point at Lab 0 Step 0 - CLAUDE_CONFIG_DIR - and tell them we come back to it in the next block.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/doctor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3 min) SAY: One keystroke - Shift+Tab - rotates through four permission modes; watch the mode indicator in the terminal as you cycle. Default: ask before acting - every file edit, every command needs your yes; maximum oversight, and the right home for day one and for unfamiliar repos. AcceptEdits: file edits are auto-approved, but commands still gate - for when you trust the editing but want a hand on anything that executes. Plan: explore before acting - Claude reads, searches, and proposes an approach, but touches nothing until you approve the plan; remember the creator's own rule from this morning: plan mode for ANY non-trivial task. Auto: acts alone inside guardrails - the July addition, and the next two slides are entirely about what makes it safe. The principle: match mode to trust and task, not to mood - the mode question is really 'how much do I trust this session, in this repo, on this task?' ASK: Which mode for a refactor in an unfamiliar codebase? expect: Plan - explore first, execute after review; anyone who says Auto gets asked what they'd want denied first, which is a perfect segue. SAY-NEXT: Auto mode only earns its keep because of what sits underneath it - here's the machinery.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6.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3.png"/><Relationship Id="rId4" Type="http://schemas.openxmlformats.org/officeDocument/2006/relationships/image" Target="../media/image25.png"/><Relationship Id="rId5" Type="http://schemas.openxmlformats.org/officeDocument/2006/relationships/image" Target="../media/image19.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15.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35.png"/><Relationship Id="rId5" Type="http://schemas.openxmlformats.org/officeDocument/2006/relationships/image" Target="../media/image19.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6.png"/><Relationship Id="rId4" Type="http://schemas.openxmlformats.org/officeDocument/2006/relationships/image" Target="../media/image37.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6.png"/><Relationship Id="rId5" Type="http://schemas.openxmlformats.org/officeDocument/2006/relationships/image" Target="../media/image33.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8.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19.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5.png"/><Relationship Id="rId4" Type="http://schemas.openxmlformats.org/officeDocument/2006/relationships/image" Target="../media/image33.png"/><Relationship Id="rId5" Type="http://schemas.openxmlformats.org/officeDocument/2006/relationships/image" Target="../media/image38.png"/><Relationship Id="rId6" Type="http://schemas.openxmlformats.org/officeDocument/2006/relationships/image" Target="../media/image19.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5.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0.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image" Target="../media/image19.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5.png"/><Relationship Id="rId5" Type="http://schemas.openxmlformats.org/officeDocument/2006/relationships/image" Target="../media/image16.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8.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25.png"/><Relationship Id="rId4" Type="http://schemas.openxmlformats.org/officeDocument/2006/relationships/image" Target="../media/image8.png"/><Relationship Id="rId5" Type="http://schemas.openxmlformats.org/officeDocument/2006/relationships/image" Target="../media/image19.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5.png"/><Relationship Id="rId4" Type="http://schemas.openxmlformats.org/officeDocument/2006/relationships/image" Target="../media/image60.png"/><Relationship Id="rId5" Type="http://schemas.openxmlformats.org/officeDocument/2006/relationships/image" Target="../media/image25.png"/><Relationship Id="rId6" Type="http://schemas.openxmlformats.org/officeDocument/2006/relationships/image" Target="../media/image19.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5.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8.png"/><Relationship Id="rId4" Type="http://schemas.openxmlformats.org/officeDocument/2006/relationships/image" Target="../media/image33.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3.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 integrated terminal</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How your team works. Run `claude` in the terminal panel - full controls, your files right there. This is our classroom setup.</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extension panel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Adds visual diffs, editable plans, one-click rewind, Alt+K to @-mention a selection.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features land here first, and it is what headless/CI uses on Day 3.</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your PATH.</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Keyboard controls we use today - Shift+Tab and double-Esc - live in the terminal, not the extension panel.</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steer it turn by turn</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Extended thinking: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 for deeper reasoning on that step - or escalate the model.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More tokens and more latency - spend it deliberately.</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Thinking controls are release-dependent - verify the live toggle and defaults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Double-tap Esc</a:t>
            </a:r>
            <a:r>
              <a:rPr sz="1400" b="0">
                <a:solidFill>
                  <a:srgbClr val="ACACB4"/>
                </a:solidFill>
                <a:latin typeface="Instrument Sans"/>
              </a:rPr>
              <a:t>  -  opens the rewind menu</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restore conversation,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the four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Default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 before acting</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AcceptEdits</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file edits auto-approved</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before acting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acts alone, guarded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