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Open the slash-actions button in your panel - the one next to the plus sign - and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menu now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(9:40, 5 min) FOLLOW ALONG - first contact</a:t>
            </a:r>
          </a:p>
          <a:p/>
          <a:p>
            <a:r>
              <a:t>WHAT THIS IS FOR</a:t>
            </a:r>
          </a:p>
          <a:p>
            <a:r>
              <a:t>This is the gate. Everybody runs these three lines before we go any further, because nobody should reach Lab 1A broken. It also gets them their first real interaction, which matters more than it sounds.</a:t>
            </a:r>
          </a:p>
          <a:p/>
          <a:p>
            <a:r>
              <a:t>CONTEXT - where they are right now</a:t>
            </a:r>
          </a:p>
          <a:p>
            <a:r>
              <a:t>They just finished Lab 0 with you, so they have an empty course workspace open in VS Code and the Claude Code panel visible. Empty is fine. Line three is written for an empty folder on purpose.</a:t>
            </a:r>
          </a:p>
          <a:p/>
          <a:p>
            <a:r>
              <a:t>LINE 1 - claude auth login</a:t>
            </a:r>
          </a:p>
          <a:p>
            <a:r>
              <a:t>Browser opens, they sign in with the organization identity, the seat binds to the machine. If they already signed in during Lab 0, this just confirms it.</a:t>
            </a:r>
          </a:p>
          <a:p/>
          <a:p>
            <a:r>
              <a:t>LINE 2 - /model</a:t>
            </a:r>
          </a:p>
          <a:p>
            <a:r>
              <a:t>Confirm they are on Sonnet 5, same as you. Say why it matters: if their model differs from mine, their output differs from mine all day and we waste time chasing a difference that is not real.</a:t>
            </a:r>
          </a:p>
          <a:p/>
          <a:p>
            <a:r>
              <a:t>LINE 3 - the actual test, and this is the one to talk about</a:t>
            </a:r>
          </a:p>
          <a:p>
            <a:r>
              <a:t>"Create hello.md with one line explaining what Claude Code is, then tell me what you did."</a:t>
            </a:r>
          </a:p>
          <a:p>
            <a:r>
              <a:t>Notice what this is NOT. It is not "answer a question." I deliberately asked it to DO something - write a file - and then report back. That is the whole distinction we opened the day with: a chatbot answers, an agent acts. Their very first interaction should be an action, not a conversation.</a:t>
            </a:r>
          </a:p>
          <a:p/>
          <a:p>
            <a:r>
              <a:t>WHAT THEY WILL SEE - warn them BEFORE they paste</a:t>
            </a:r>
          </a:p>
          <a:p>
            <a:r>
              <a:t>It will ask permission before writing the file. Say this in advance so nobody panics: "You are about to get an approval prompt. Click accept. You will get a lot of these today - that is deliberate, and this afternoon you will learn how to stop answering the same one fifty times." That single sentence pre-frames the whole Block 4 payoff.</a:t>
            </a:r>
          </a:p>
          <a:p/>
          <a:p>
            <a:r>
              <a:t>Then: hello.md appears in their file tree, and Claude tells them what it did.</a:t>
            </a:r>
          </a:p>
          <a:p/>
          <a:p>
            <a:r>
              <a:t>WHY THIS IS THE GATE</a:t>
            </a:r>
          </a:p>
          <a:p>
            <a:r>
              <a:t>That one exchange proves four things at once - the install works, they are authenticated, a model is responding, and it has write access to their workspace. Nothing else needs checking. If it fails, it fails here, at 9:40, with 20 minutes of slack - not at 11:00 in the middle of a lab.</a:t>
            </a:r>
          </a:p>
          <a:p/>
          <a:p>
            <a:r>
              <a:t>IF SOMEONE'S FAILS</a:t>
            </a:r>
          </a:p>
          <a:p>
            <a:r>
              <a:t>Do not debug it in front of the room. Get them a neighbor to pair with, note the error, and come back to it at the break. One broken laptop must not cost you twenty people's attention.</a:t>
            </a:r>
          </a:p>
          <a:p/>
          <a:p>
            <a:r>
              <a:t>ASK: [CRESCENDO L1] Thumbs up in chat when hello.md shows up in your file tree. expect: a wave of thumbs - that is your green light to move on. IF NOBODY ANSWERS: count to five, then just look at the room and ask "anyone NOT see the file?" - the negative question gets an answer when the positive one does not.</a:t>
            </a:r>
          </a:p>
          <a:p/>
          <a:p>
            <a:r>
              <a:t>SAY-NEXT: Everyone has a file they did not write. That is the whole idea - so let's look at what actually happened when you pressed Enter.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Open THAT folder in VS Code (code . from your configured terminal), trust it when prompted, Claude panel visible</a:t>
            </a:r>
          </a:p>
          <a:p>
            <a:r>
              <a:t>- Put the prompt below on your clipboard</a:t>
            </a:r>
          </a:p>
          <a:p/>
          <a:p>
            <a:r>
              <a:t>STEP 1 - SAY THE DISCLOSURE (30 sec)</a:t>
            </a:r>
          </a:p>
          <a:p>
            <a:r>
              <a:t>"Before I run anything: I use Claude Code hard for my own business, and my normal setup has a dozen plugins, custom hooks, and its own memory system. I switched all of it off for this class - clean profile, same as yours. So everything you see on my screen should be reproducible on yours. And by the end of tomorrow, you will have built the pieces I just turned off."</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failing test fixed without help, a missing dependency installed autonomously.</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The Lab 1A dashboard repo open in a fresh Claude Code session in the VS Code Claude Code panel</a:t>
            </a:r>
          </a:p>
          <a:p>
            <a:r>
              <a:t>- No existing CLAUDE.md in that repo - delete it if an earlier run left one behind</a:t>
            </a:r>
          </a:p>
          <a:p>
            <a:r>
              <a:t>- This run card on the second screen</a:t>
            </a:r>
          </a:p>
          <a:p>
            <a:r>
              <a:t>- On your clipboard: Remember: all API handlers must validate input with zod.</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all API handlers must validate input with zod."</a:t>
            </a:r>
          </a:p>
          <a:p/>
          <a:p>
            <a:r>
              <a:t>STEP 4 - RESTART, THEN PROVE IT STUCK</a:t>
            </a:r>
          </a:p>
          <a:p>
            <a:r>
              <a:t>Restart the session completely - new session, blank short-term memory. Say that out loud so nobody thinks it is still sitting in the chat history. Then ask: "add a /metrics endpoint." Watch the zod validation appear, unprompted. Then run /memory and show them where the note actually lives.</a:t>
            </a:r>
          </a:p>
          <a:p/>
          <a:p>
            <a:r>
              <a:t>EXPECTED</a:t>
            </a:r>
          </a:p>
          <a:p>
            <a:r>
              <a:t>A lean CLAUDE.md under one screenful, and the taught rule surviving a restart - zod validation showing up in a route where nobody asked for validation.</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"handlers validate input with zod."</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are going to commit every sin from this block on purpose, watch the output quality visibly fall apart, and then recover in thirty seconds. The room has just been told that context is a budget and that checkpoints exist; this is the proof of both in one run. The payoff is the rewind menu - the code reverts and the conversation survives, and choosing that scope is the actual skill.</a:t>
            </a:r>
          </a:p>
          <a:p/>
          <a:p>
            <a:r>
              <a:t>BEFORE CLASS</a:t>
            </a:r>
          </a:p>
          <a:p>
            <a:r>
              <a:t>- WORKSPACE CHECK: repo already open and trusted before you start.</a:t>
            </a:r>
          </a:p>
          <a:p>
            <a:r>
              <a:t>- The dashboard repo open in a fresh session in the VS Code Claude Code panel</a:t>
            </a:r>
          </a:p>
          <a:p>
            <a:r>
              <a:t>- /context ready to run before and after - you will show the number twice</a:t>
            </a:r>
          </a:p>
          <a:p>
            <a:r>
              <a:t>- This run card visible on the second screen</a:t>
            </a:r>
          </a:p>
          <a:p>
            <a:r>
              <a:t>- Have the two-task prompt ready to type: restyle the header AND rework the data layer</a:t>
            </a:r>
          </a:p>
          <a:p/>
          <a:p>
            <a:r>
              <a:t>STEP 1 - THE OVERLOAD (say it out loud first)</a:t>
            </a:r>
          </a:p>
          <a:p>
            <a:r>
              <a:t>Say: "I'm going to commit every sin from this block, on purpose, and then recover in thirty seconds." @-mention the entire src folder - there goes the budget - and then give it two unrelated tasks in one prompt: "restyle the header AND rework the data layer." Both sins at once.</a:t>
            </a:r>
          </a:p>
          <a:p/>
          <a:p>
            <a:r>
              <a:t>STEP 2 - THE EVIDENCE</a:t>
            </a:r>
          </a:p>
          <a:p>
            <a:r>
              <a:t>Run /context and show the spend. As output arrives, watch it with them - entangled changes, degraded quality. Narrate what is going wrong while it happens rather than after; the live commentary is what makes it land.</a:t>
            </a:r>
          </a:p>
          <a:p/>
          <a:p>
            <a:r>
              <a:t>STEP 3 - THE RECOVERY</a:t>
            </a:r>
          </a:p>
          <a:p>
            <a:r>
              <a:t>Double-tap Escape. Choose restore code only. Show that the diff is gone. Then re-run the header task alone: clean, sharp, fast. Point out that the conversation history is still there.</a:t>
            </a:r>
          </a:p>
          <a:p/>
          <a:p>
            <a:r>
              <a:t>EXPECTED</a:t>
            </a:r>
          </a:p>
          <a:p>
            <a:r>
              <a:t>Visible degradation under bloat, then a thirty-second recovery with the conversation history intact, and a clean second run on the single task.</a:t>
            </a:r>
          </a:p>
          <a:p/>
          <a:p>
            <a:r>
              <a:t>IF IT BREAKS</a:t>
            </a:r>
          </a:p>
          <a:p>
            <a:r>
              <a:t>If the rewind menu misbehaves, say: "this is exactly why we have a recovery path - the ladder has a git rung under it" - then run git checkout . plus /clear and continue. If the degradation is not visually obvious, narrate the /context numbers instead - the spend tells the story on its own. Never debug live past sixty seconds.</a:t>
            </a:r>
          </a:p>
          <a:p/>
          <a:p>
            <a:r>
              <a:t>DEBRIEF</a:t>
            </a:r>
          </a:p>
          <a:p>
            <a:r>
              <a:t>ASK: What would change in a different scenario - the conversation was poisoned but the code was good? expect: restore conversation only - scope choice is the skill.</a:t>
            </a:r>
          </a:p>
          <a:p/>
          <a:p>
            <a:r>
              <a:t>SAY-NEXT</a:t>
            </a:r>
          </a:p>
          <a:p>
            <a:r>
              <a:t>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The dashboard repo with a prepared settings.json: allow Bash(npm test) and Bash(git *), deny Bash(git push --force)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"update the README badge and run the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and pull the fallback screenshot deck from the instructor kit.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tests green,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tests green,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 the tightest lab of the day. Reassure them: the ritual is three prompts, so it fits.</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12.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5.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37.png"/><Relationship Id="rId5" Type="http://schemas.openxmlformats.org/officeDocument/2006/relationships/image" Target="../media/image21.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5.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2.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5.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35.pn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5.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5.pn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5.png"/><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5.png"/><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5.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2.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search "Claude Code" (Anthropic)</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Make it DO something, not just chat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