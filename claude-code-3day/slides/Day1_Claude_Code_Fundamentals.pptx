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HERE IS WHY, because someone senior will ask: those are two different pieces of software hosting the same engine. One is Anthropic's own extension, drawing its own interface, so it shows everything Anthropic ships - five modes including Auto, the Effort slider. The other is VS Code's Agent Host: Microsoft's interface, with Claude running as what they call a harness, sitting right next to Copilot and Codex in the same tab strip. That host UI has to look and behave the same no matter which vendor is behind it, so it only surfaces the controls its own API models. Anything vendor-specific - Anthropic's effort dial, the guarded Auto mode - has nowhere to live in a neutral surface, so it does not appear. It is the same trade you know from every abstraction layer: portability costs you the vendor's best features. Worth naming out loud because it is the shape of this whole market right now - the IDE is commoditizing the agent surface while the vendors differentiate underneath it. Have them check right now, before Lab 1A, because two of today's beats point at controls that only exist in the full panel.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 think of it as a REPL, a live conversation where you steer turn by turn; that's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Effort is the third lever, next to model choice and context - and unlike the other two it has a physical control you can point at. Look at the bottom of your Claude Code panel: there is an Effort slider, and mine is sitting on High. Think of it as a reasoning budget - extra deliberation before answering, which you pay for in tokens and in waiting. Most edits do not need it. Three kinds of work earn it: architecture decisions where a wrong call is expensive to unwind, debugging where the obvious answer has already failed you twice, and risky migrations where you would rather it thought first. Turn it down for renames, boilerplate, and mechanical edits - you get answers faster and you spend less. For today, leave it where it is and change it once deliberately so you feel the difference; the point is knowing the dial exists and that it costs something. If someone asks whether higher effort means better code, the answer is no - it means more deliberation, which helps on hard problems and just costs you time on easy ones. ASK: [CRESCENDO L2] Chat check - what does your Effort slider say right now? expect: a spread, which makes the point that defaults vary. SAY-NEXT: Model, context, effort - three levers. Now the loop those levers run inside. (verify at delivery - slider position and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own Agent Host - Claude runs as a 'harness' next to Copilot and Codex. Neutral UI, fewer controls.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Effort slider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Bottom of the Claude Code panel. Ours sits at High.</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up</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down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Renames, boilerplate, mechanical edits - faster and cheaper.</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Effort and thinking controls move between releases - check the live slider before you teach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