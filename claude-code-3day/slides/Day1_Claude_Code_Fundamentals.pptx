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JUST DID THIS IN LAB 0 - this is a recap slide, not a teaching slide. Thirty seconds. Say 'you already did this, here it is for your notes' and move. The reason it stays in the deck is that they get the PDF afterwards and this is the reference. (9:12,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JUST DID THIS IN LAB 0 - recap only, thirty seconds. Point out the row they used and note the others exist for when they set up a second machine. Do not walk the table. (9:14,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 and it is aimed straight at you</a:t>
            </a:r>
          </a:p>
          <a:p/>
          <a:p>
            <a:r>
              <a:t>WHAT THIS IS</a:t>
            </a:r>
          </a:p>
          <a:p>
            <a:r>
              <a:t>Four ways Claude Code can talk to you. It does not change what Claude can do - it changes how much it shows its work and how much it hands back to you. Most people never open this menu. For a room that is learning, two of these are genuinely useful today.</a:t>
            </a:r>
          </a:p>
          <a:p/>
          <a:p>
            <a:r>
              <a:t>DEMO IT - 90 seconds, do it live</a:t>
            </a:r>
          </a:p>
          <a:p>
            <a:r>
              <a:t>Slash button, scroll to Customize, choose Output styles. Note what happens: it opens in a terminal-style picker rather than a dialog. Point that out - it is the terminal icon we just talked about, doing exactly what I said it would. Arrow down through the four, and read them out as you go. Do not select yet.</a:t>
            </a:r>
          </a:p>
          <a:p/>
          <a:p>
            <a:r>
              <a:t>THE FOUR, and what they are actually for</a:t>
            </a:r>
          </a:p>
          <a:p>
            <a:r>
              <a:t>Default: efficient and concise. Fine when you know what you are doing and you want the work done.</a:t>
            </a:r>
          </a:p>
          <a:p>
            <a:r>
              <a:t>Proactive: acts immediately, interrupts you less, prefers doing over planning. Good when you trust the task and you want speed.</a:t>
            </a:r>
          </a:p>
          <a:p>
            <a:r>
              <a:t>Explanatory: it explains its implementation choices and the patterns it found in your codebase. That is the one to turn on this week - you are trying to learn what it is doing, and this makes it narrate.</a:t>
            </a:r>
          </a:p>
          <a:p>
            <a:r>
              <a:t>Learning: it pauses and asks YOU to write small pieces of code. Read that one twice. It is a teaching mode. It will deliberately hand you the keyboard.</a:t>
            </a:r>
          </a:p>
          <a:p/>
          <a:p>
            <a:r>
              <a:t>THE RECOMMENDATION - say it plainly</a:t>
            </a:r>
          </a:p>
          <a:p>
            <a:r>
              <a:t>Turn on Explanatory today. You are here to understand what the agent is doing, not to ship fastest, and Explanatory turns every task into a small lesson. If you want to actually keep your hands in the code while you learn, Learning mode is the stronger choice - just know it will slow you down on purpose.</a:t>
            </a:r>
          </a:p>
          <a:p/>
          <a:p>
            <a:r>
              <a:t>Then switch back to Default when you are working for real. Explanatory costs you tokens and reading time you will not want on a Tuesday afternoon in production.</a:t>
            </a:r>
          </a:p>
          <a:p/>
          <a:p>
            <a:r>
              <a:t>ONE HONEST CAVEAT for today specifically</a:t>
            </a:r>
          </a:p>
          <a:p>
            <a:r>
              <a:t>If you turn on Explanatory right now, your lab runs get chattier and slightly slower. That is a fair trade for Lab 1A and 1B where you are trying to see the loop. If you are falling behind the room, switch back to Default and catch up.</a:t>
            </a:r>
          </a:p>
          <a:p/>
          <a:p>
            <a:r>
              <a:t>ASK: [CRESCENDO L2] Chat check - who is switching to Explanatory or Learning for today? expect: a decent number, and it gives you a reason to check back after Lab 1A: 'those of you on Explanatory - did it help or did it just talk more?' IF NOBODY ANSWERS: count to five, say which one you are picking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CHECKPOINT - not a new exercise</a:t>
            </a:r>
          </a:p>
          <a:p/>
          <a:p>
            <a:r>
              <a:t>WHY THIS SLIDE IS SHORT NOW</a:t>
            </a:r>
          </a:p>
          <a:p>
            <a:r>
              <a:t>They already did all of this with you in Lab 0 half an hour ago. Do not run it again. This slide exists for one reason: to catch anyone who fell behind before we get anywhere near a lab. Treat it as a headcount, not an activity.</a:t>
            </a:r>
          </a:p>
          <a:p/>
          <a:p>
            <a:r>
              <a:t>WHAT TO SAY</a:t>
            </a:r>
          </a:p>
          <a:p>
            <a:r>
              <a:t>"Quick checkpoint before we go further. In Lab 0 you signed in, you confirmed your model, and Claude wrote hello.md into your workspace. Everyone still have that file? Anyone whose Claude is not responding right now?"</a:t>
            </a:r>
          </a:p>
          <a:p/>
          <a:p>
            <a:r>
              <a:t>Then wait. This is one of the few moments where waiting is worth it, because a broken laptop found here costs thirty seconds, and the same laptop found at 11:00 in the middle of Lab 1A costs you the room's attention.</a:t>
            </a:r>
          </a:p>
          <a:p/>
          <a:p>
            <a:r>
              <a:t>THE TWO LINES ON THE RIGHT</a:t>
            </a:r>
          </a:p>
          <a:p>
            <a:r>
              <a:t>They are there as a re-run, not a first run. If someone is broken, have them run /model to confirm they are on Sonnet 5, then the hello.md instruction to prove it can write. Do not walk the whole room through it again.</a:t>
            </a:r>
          </a:p>
          <a:p/>
          <a:p>
            <a:r>
              <a:t>IF SOMEONE IS STILL BROKEN</a:t>
            </a:r>
          </a:p>
          <a:p>
            <a:r>
              <a:t>Pair them with a neighbor now, get their name, and fix it at the break. Do not debug in front of nineteen other people. Say it plainly and without drama: "Sit with Dave for this next bit, we will sort yours out at ten-thirty."</a:t>
            </a:r>
          </a:p>
          <a:p/>
          <a:p>
            <a:r>
              <a:t>WHY hello.md MATTERED</a:t>
            </a:r>
          </a:p>
          <a:p>
            <a:r>
              <a:t>Worth one sentence while you have their attention: their first interaction was Claude DOING something - writing a file - not answering a question. That is the difference between a chatbot and an agent, and it is the whole reason this course exists. You will keep pulling on that thread all day.</a:t>
            </a:r>
          </a:p>
          <a:p/>
          <a:p>
            <a:r>
              <a:t>ASK: [CRESCENDO L1] Thumbs up if hello.md is still in your file tree. expect: quick thumbs. IF NOBODY ANSWERS: flip it - "anyone NOT have it?" - the negative question gets an answer when the positive one does not.</a:t>
            </a:r>
          </a:p>
          <a:p/>
          <a:p>
            <a:r>
              <a:t>SAY-NEXT: Everyone is running. So let's talk about what actually happened when you pressed Enter.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teach you</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the patterns it found in your codebase.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small pieces of code - hands-on practice.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Learning while you learn, Default when you ship. Menu: slash button -&gt; Customize -&gt; Output styles.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Checkpoint: everyone running?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You did this in Lab 0</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Signed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Confirmed the model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wrote you a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RE-RUN ONLY IF NEEDED</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17" name="Rounded Rectangle 16"/>
          <p:cNvSpPr/>
          <p:nvPr/>
        </p:nvSpPr>
        <p:spPr>
          <a:xfrm>
            <a:off x="7040880" y="3244596"/>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