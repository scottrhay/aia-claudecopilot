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it works in the panel and the terminal both. The panel calls them: Manual - Claude asks approval before every edit. Edit automatically - it edits without asking each time. Plan - it explores the code and presents a plan before touching anything. And Bypass permissions - it stops asking, including before potentially dangerous commands. Now the part worth writing down, because it will confuse you if you read the docs tonight: the terminal names these differently - Default, AcceptEdits, Plan, and Auto - and the fourth slot is NOT the same thing on both surfaces. The terminal's Auto mode is guarded: it runs with injection checks and it will still stop and ask before genuinely destructive commands. The panel's Bypass permissions is what it says - it stops asking. So: same first three, and a fourth that means 'guarded autonomy' in one place and 'no seatbelt' in the other. Treat Bypass the way you would treat sudo - deliberate, scoped, and never your default. ASK: [CRESCENDO L3] Three words or less in chat - which mode is your daily driver going to be? expect: 'edit automatically' dominates, a few 'plan'. If someone asks why the naming differs, the honest answer is that the panel is younger than the CLI and the vocabulary has not converged yet. SAY-NEXT: Modes are the blunt instrument. Rules are the scalpel - and that is where you stop answering the same prompt fifty times. (verify at delivery - mode names and count on your build; screenshot the panel's Modes list the morning of.)</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everything on this slide describes the TERMINAL's Auto mode, which carries these guardrails. The VS Code panel's fourth mode is 'Bypass permissions' and it is NOT the same thing - it removes approvals rather than guarding them. If you want guarded autonomy, that is a terminal session or a settings.json permission profile, not the panel's fourth mode. (verify at delivery.)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blast-radius thinking applies on every surface, but the guarded Auto mode described here is the terminal's. In the panel, you shrink blast radius with permission RULES - which they write in Lab 1D - rather than with the mode switcher.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3.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59.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CLAUDE CODE tab in the side pane. Side-by-side diffs, hover-to-rewind, mode switcher. This is how your team works.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 careful</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