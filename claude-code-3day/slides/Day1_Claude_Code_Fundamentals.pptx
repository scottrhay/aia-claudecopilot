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Your browser opens, you sign in with your organization identity, and the seat binds to this machine. Line two: slash model - confirm you are on Sonnet 5 like the rest of the room, so your results match mine. Line three is the real gate, and it is deliberately trivial: ask it what this folder is. If it answers, three things are proven at once - the install works, you are authenticated, and a model is responding. That is the whole check. I am NOT going to have you run a diagnostic sweep. There is one, and we will talk about it in a moment, but its report is long and specific to your machine - twenty of you would get twenty different pages and we would spend the morning reading them. One answer to one question proves what we need. If your line three does not come back, raise a hand now rather than at ten o'clock. ASK: [CRESCENDO L1] Thumbs up in chat when Claude answers you. expect: a wave of thumbs - that is your green light to move on. SAY-NEXT: Everyone answered? Good - now let's talk about what is actually happening when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SAY: Two dials, and they are not the same dial - people conflate these constantly. Open the slash-actions button next to the plus sign; look at the Model section. Effort is a slider - how much deliberation Claude spends per turn. Mine is on Medium, and Medium is a sane default for a room like this. Thinking is a separate on-off toggle sitting right below it. You can have thinking on at low effort, or off at high effort - different controls, so say that out loud because the docs and blog posts blur them. When do you move them? Up for architecture decisions where a wrong call is expensive to unwind, and for the bug that has already beaten you twice. Down for renames, boilerplate, and mechanical edits - you get answers faster and spend less. For today, leave both alone. Change one deliberately at some point so you feel the difference; the lesson is that the dials exist and they cost something. While that menu is open, point at two neighbors: Switch model, which is our next slide, and Account and usage, which is where we go in Block Four when we talk about cost. Model, effort, thinking, and spend - all behind one button. ASK: [CRESCENDO L2] Chat check - what does your Effort slider say right now, and is Thinking on or off? expect: a spread, which makes the point that defaults vary machine to machine. SAY-NEXT: Effort is how hard it thinks. The next question is which brain is doing the thinking. (verify at delivery - open this menu on your build and confirm the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 NOTE: they already authenticated and proved it answers back at the paste-this slide, so do NOT re-run setup here. This demo is the payoff of Block One: the whole loop, on real code, in one take.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OPTIONAL 60-SECOND OPENER: open the slash-actions button and read the menu out loud - Attach file, Mention file from this project, Clear conversation, Rewind, Switch model, Effort, Thinking, Account and usage. Say: 'that menu is basically today's agenda - context, sessions, recovery, models, and cost.' SETUP - concrete: use the demo repo status-service (in the course folder under Demo/, also on GitHub). Copy it somewhere local, e.g. C:\aia-demo\status-service. It is a tiny Node service with NO dependencies - nothing to npm install, nothing to compile, so it cannot fail on you live. It ships three passing tests, a small CLAUDE.md, and two existing routes. Before you begin: VS Code open with NO folder, Claude panel visible, and a terminal ready. Sanity-check it once before class: cd into the folder and run `npm test` - you should see 3 passing. STEPS - narrate each one: Step one, the workspace. Show the empty panel first and say: 'Claude scopes itself to the folder you have open. No folder, no project memory, no file tree to point at, nothing for /init to read - it is just a chat box.' Then open the folder, trust it when VS Code asks, and note aloud what changed. If the repo were brand new, this is exactly where you would run /init and let Claude write the first CLAUDE.md - say that even if you do not run it. Your own launch tip: `code .` from the configured terminal opens the folder AND passes CLAUDE_CONFIG_DIR in one move. Step two, one prompt, then take your hands off the keyboard - that visual matters more than anything you say: 'Add a /health endpoint that returns the service version from package.json, and run the tests.' Then be quiet and let it work. Step three, narrate the stages as they scroll: reading files, stating a plan, editing, running tests, and if a test fails, diagnosing and retrying. All five stages from the pipeline slide, in order, unprompted. Point at each one as it happens - that is the whole point of this demo. EXPECTED: it reads CLAUDE.md and finds the house rules - no external dependencies, every route gets a test, version lives in package.json - then adds the route AND a test, runs npm test, and reports 4 passing. Call that out loud: it wrote a test you did not ask for, because the CLAUDE.md told it to. That is your bridge to Block Two. RECOVERY: if it stalls or the tests fail in a way you cannot explain in ten seconds, say: 'this is exactly why we have a recovery path' - then Esc, and either rewind or restate the prompt more tightly. Never debug live past sixty seconds; if the repo itself is broken, switch to the pre-built backup copy and continue. DEBRIEF - ASK: Which loop stage surprised you? expect: verify - most people expect it to stop after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WORKSPACE CHECK: folder open and trusted before you start, or /init has nothing to read.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WORKSPACE CHECK: dashboard folder open and trusted before you start.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WORKSPACE CHECK: folder open and trusted - project settings.json only loads after trust.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Prove it answers - that is the gate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one sentence, what is this folder?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and thinking: two dials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Both live behind the slash-actions button, next to Switch model.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Effort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slider - how much deliberation per turn. Medium is a sane default.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Thinking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on/off toggle. Not the same control as Effort.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 to move them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Up for architecture and stubborn bugs. Down for renames and boilerplate.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menu holds Switch model and Account &amp; usage - model, effort, and cost in one 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and trust the folder - see what changes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