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2 min) SAY: Four surfaces, one engine. The terminal CLI is the core experience - everything we do today works there, and it's what this course teaches, because it's the canonical surface where features land first. The VS Code extension bundles the CLI - there's no separate install step, and you get the agent in a panel next to your editor. The desktop app is a visual interface for the terminal-averse - if you have teammates who never open a shell, this is their door in; it's been on Linux in beta since late June. And the JetBrains plugin works, but note the caveat on the slide: it needs the CLI already on your PATH, so the terminal install comes first anyway. My advice for today: stay in the terminal even if it's not home, because seeing the raw loop teaches you what the prettier surfaces are hiding. ASK: Quick chat answer - where do you live day to day: terminal, VS Code, or JetBrains? expect: mostly VS Code and JetBrains, a terminal minority. SAY-NEXT: However you run it, you're starting sessions - and sessions have an anatomy worth two minutes of your attention.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Extended thinking is the third lever, next to model choice and context. Think of it as a reasoning budget - extra deliberation the model spends before answering, which you pay for in tokens and latency. For most edits, the default reasoning is plenty. But three kinds of work earn a deeper pass: architecture calls, gnarly debugging where the cause isn't obvious, and risky migrations where a wrong step is expensive. How you spend it: ask for deeper reasoning on that one step - literally say 'think hard about this before answering' - or escalate the model for the step and drop back afterward. What you should not do is turn maximum thinking on for everything; that's the same mistake as @-mentioning your whole repo - paying premium prices for routine work. And read the caution with me: the exact thinking controls are release-dependent - the toggles and defaults move between versions - so we verify the live behavior on delivery morning rather than promising a keystroke today. (verify at delivery) ASK: Which task from your last sprint genuinely deserved a deeper think? expect: a design decision or a root-cause hunt - nobody should say a rename. SAY-NEXT: Model chosen, thinking budgeted - now the engine itself: the loop that runs every single time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One keystroke - Shift+Tab - rotates through four permission modes; watch the mode indicator in the terminal as you cycle. Default: ask before acting - every file edit, every command needs your yes; maximum oversight, and the right home for day one and for unfamiliar repos. AcceptEdits: file edits are auto-approved, but commands still gate - for when you trust the editing but want a hand on anything that executes. Plan: explore before acting - Claude reads, searches, and proposes an approach, but touches nothing until you approve the plan; remember the creator's own rule from this morning: plan mode for ANY non-trivial task. Auto: acts alone inside guardrails - the July addition, and the next two slides are entirely about what makes it safe. The principle: match mode to trust and task, not to mood - the mode question is really 'how much do I trust this session, in this repo, on this task?' ASK: Which mode for a refactor in an unfamiliar codebase? expect: Plan - explore first, execute after review; anyone who says Auto gets asked what they'd want denied first, which is a perfect segue. SAY-NEXT: Auto mode only earns its keep because of what sits underneath it - here's the machinery.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35.png"/><Relationship Id="rId5" Type="http://schemas.openxmlformats.org/officeDocument/2006/relationships/image" Target="../media/image25.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7.png"/><Relationship Id="rId4" Type="http://schemas.openxmlformats.org/officeDocument/2006/relationships/image" Target="../media/image37.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33.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5.png"/><Relationship Id="rId4" Type="http://schemas.openxmlformats.org/officeDocument/2006/relationships/image" Target="../media/image33.png"/><Relationship Id="rId5" Type="http://schemas.openxmlformats.org/officeDocument/2006/relationships/image" Target="../media/image38.png"/><Relationship Id="rId6" Type="http://schemas.openxmlformats.org/officeDocument/2006/relationships/image" Target="../media/image25.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25.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0.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7.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image" Target="../media/image25.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8.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25.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3.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3.png"/><Relationship Id="rId8"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ways to run it</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core experience - everything we do today works here.</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extension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Bundles the CLI - no separate install step.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Visual interface for the terminal-averse; Linux beta since late June.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JetBrains plugin</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Works, but needs the CLI already on your PATH.</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Extended thinking: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 for deeper reasoning on that step - or escalate the model.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More tokens and more latency - spend it deliberately.</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Thinking controls are release-dependent - verify the live toggle and defaults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Double-tap Esc</a:t>
            </a:r>
            <a:r>
              <a:rPr sz="1400" b="0">
                <a:solidFill>
                  <a:srgbClr val="ACACB4"/>
                </a:solidFill>
                <a:latin typeface="Instrument Sans"/>
              </a:rPr>
              <a:t>  -  opens the rewind menu</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restore conversation,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the four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Default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 before acting</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AcceptEdits</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file edits auto-approved</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before acting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acts alone, guarded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