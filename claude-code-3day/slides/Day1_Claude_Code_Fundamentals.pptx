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and make the day's promise: by five o'clock you will drive a coding agent through a full build-test-ship cycle on a real project, and everything you build today becomes the base for Days 2 and 3. Say the arc plainly: today you learn to drive one agent well. Ask: 'quick show of hands - who has shipped real code with an AI agent, not just autocomplete, in the last month?' Expected answer: a few hands, most are autocomplete users. Transition: here is how the day breaks down.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and say the rhythm out loud: every block is concept, live demo, then a 30-minute hands-on lab - four labs that chain into one artifact. [CRESCENDO L1] Open with a reaction poll in chat: 'who has used an AI coding tool this week - thumbs up for daily, hands for weekly?' Expected answer: broad daily usage, a few holdouts. Transition: before any content, here is the thing you will actually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Land the mission: the deliverable is a working business dashboard plus the habits to build the next one alone - every lab adds a layer to the same artifact, so nobody should skip a lab. Say that Days 2 and 3 keep building on this same repo. Ask: 'what would you normally estimate for scaffolding, docs, recovery discipline and a PR in one day?' Expected answer: two or three days. Transition: here is exactly what you will be able to do by five.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six outcomes as promises, not topics - each one is verified in a lab checklist before the day ends, and that is the quality bar for this course. Point out that outcome one happens in the next twenty minutes. Ask: 'which of these six would change your week the most?' Expected answer: scope context or ship a PR. Transition: block one - getting the engine installed and understanding what it actually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by naming its three beats: who can even get Claude Code (licensing first - it bites), how installation changed this year, and the agentic loop that makes it an agent rather than autocomplete. Ask: 'one word in chat - what is your current AI coding setup?' Expected answer: Copilot, Cursor, ChatGPT, nothing. Transition: first,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real distinction: an assistant suggests code you then integrate; an agent takes a goal, works the codebase with tools, runs the tests, and comes back with a verified result. Say the mindset shift out loud - you are moving from typist to reviewer and delegator. Ask: 'what changes about YOUR job if the verify step is automatic?' Expected answer: I review outcomes and write better instructions. Transition: before anyone installs anything - who is actually licensed for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this early because it is the number-one day-one blocker in past deliveries: Claude Code rides on Pro, Max, Team Premium and Enterprise - and NOT on Team Standard or Free, which is exactly the seat many orgs bought for chat. Walk the red rows and the caution strip: the seat figures are secondary-source, so verify with procurement. Ask: 'does anyone here actually know which seat your org bought?' Expected answer: mostly no - that is the homework for their manager. Transition: licensed? Then installing takes two minutes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what changed since most online guides were written: the npm path is deprecated as of January - native installers via Homebrew, WinGet and apt are the default, they self-update, and Windows runs fully native with no WSL and no Node.js requirement. That kills the two worst setup failure modes from earlier courses. Ask: 'who fought WSL or a Node version to install a dev tool this year?' Expected answer: several war stories. Transition: once installed, you have three ways to run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Position the surfaces: the terminal is the canonical experience and what this course teaches, the VS Code extension bundles the CLI so there is nothing extra to install, and the desktop app covers teammates who never open a terminal. Ask: 'where do you live - terminal, VS Code, or JetBrains?' Expected answer: mostly VS Code and JetBrains. Transition: let us get everyone authenticated and healthy right now -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environment gate - everyone runs these three lines before the block ends, and nobody enters Lab 1A broken. Say the order: claude login opens the browser and binds your seat, /doctor checks and repairs the install, then one tiny real task proves the loop end to end. Ask for a green checkmark in chat when /doctor comes back clean - expected answer: nearly all green, one or two auth stragglers you catch now. Transition: with everyone alive,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three badges: adaptive thinking means you mostly stop managing thinking depth by hand - Sonnet 5 escalates its own reasoning when the task is hard; the native 1M window means whole-repo context without beta headers; and the intro price of $2/$10 per million tokens runs through August 31 before settling at $3/$15. Ask: 'what would you do differently with a million tokens of context?' Expected answer: load the whole service, big refactors. Transition: Sonnet 5 is the default, but it is not the only tool in the drawer.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menu top to bottom and give the operating rule: start on Sonnet 5, drop to Haiku 4.5 for bulk mechanical chores, escalate to Opus 4.8 only when Sonnet genuinely stalls on architecture or a nasty bug - and know Fable 5 exists at the frontier price before someone asks. /model switches mid-session. Ask: 'which task from your last week deserved Opus prices?' Expected answer: one gnarly design or debugging session at most. Transition: now the engine itself - the loop that runs every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Trace the five nodes slowly - this diagram is the whole course: gather context, formulate a plan, take action, observe results, iterate until verified. Stress that the loop is automatic; your leverage is the quality of the goal and the context you feed it, which is why Blocks 2 and 3 exist. Ask: 'which stage do human developers most often skip?' Expected answer: observe - we ship without verifying. Transition: here is that same loop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Make the abstract loop concrete with a real request like 'add rate limiting to the login route': Claude reads CLAUDE.md and the auth files, states a plan, edits, runs the test suite, reads the failure, and fixes it - all before coming back to you. Say that the self-healing Fix step is where agents earn their keep. Ask: 'what fraction of your day is steps four and five by hand?' Expected answer: a third or more. Transition: and when that loop misfires - because it will - here is what it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Normalize failure early so nobody panics in the labs: repeated mistakes, degrading quality and forgotten instructions are context problems, not model tantrums. Preview the fixes - smaller tasks, the rewind checkpoint system, and permanent rules in CLAUDE.md - each gets its own block today. Ask: 'who has watched an AI tool confidently repeat the same wrong fix?' Expected answer: everyone, with stories. Transition: the discipline that prevents most of it fits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this down - Principle 1: small, frequent, actionable. Small means one task per session, not 'refactor the whole app'; frequent means commit after each change and /clear between tasks; actionable means every prompt ends in something testable, not an essay. Ask: 'what is wrong with the prompt: make the app production-ready?' Expected answer: unbounded, untestable, guaranteed disappointment. Transition: to execute your small task, Claude reaches for a toolbox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Reassure them: you never pick tools - Claude does - but knowing the toolbox makes you a sharper delegator, because 'grep for every caller first' is now a sentence you can say. Walk the five rows and flag Agent as the Day 3 multiplier. Ask: 'which tool would you deny in a locked-down environment?' Expected answer: Bash or the web tools - and permissions for exactly that land in Block 4. Transition: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/doctor as the July upgrade that removes the number-one support burden: it now runs a full diagnostic and offers to fix findings itself - press f - and it flags waste like unused skills, dormant MCP servers and slow hooks that silently tax every session. Note the caution strip: the auto-fix specifics come from secondary sources, so we verify live rather than promise. Ask: 'what is your current equivalent of /doctor - how do you debug your dev setup?' Expected answer: Google and vibes. Transition: enough theory - watch the whole thing run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a clean terminal on the instructor machine with the sample dashboard repo cloned and a licensed seat ready; stage the brew/winget install command in your notes. Steps: step 1, run the native install, then 'claude login' and authenticate in the browser; step 2, run '/doctor' and press f to auto-fix anything amber; step 3, paste the prompt 'Read package.json and tell me what this project does in three sentences', then 'Add a /health endpoint returning the build version, and run the tests'. Expected result: a green doctor screen, then Claude visibly reads, plans, edits, runs tests and reports a passing result - all five loop stages in order. If it fails: an auth hang is almost always the popup blocker, re-run claude login; if install is blocked by policy, switch to the pre-installed backup VM and continue - never debug live longer than sixty seconds. Debrief: ask 'which loop stage surprised you?' Expected answer: verify - most people expect it to stop at writing code. Transition: now you do exactly this in Lab 1A.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the lab: the deliverable is a running dashboard scaffold built from a single well-formed prompt, the timebox is thirty minutes, and the success checklist is on the slide - app runs, loop stages observed, one checkpoint noted for tomorrow's rewind work. Tell the room the minimum if they fall behind is a passing first build. Walk the room during the lab; the common sticking point is the very first prompt being too vague. Debrief question: 'share one loop failure you watched Claude self-correct.' Expected answer: failing test fixed without help, missing dependency installed autonomously. Then push the transfer probe: 'what would change in a different scenario - a compiled language with a five-minute build?' Expected answer: fewer, bigger loop iterations; verification gets expensive. Transition: break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Call the break and give the exact restart time. Tell anyone whose /doctor was not green in Block 1 to bring their laptop up front now - the fix happens during the break, not during Block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with the pain it kills: re-explaining your project to an AI every single morning. This block installs permanent memory - CLAUDE.md as the file you write, auto memory as the notes Claude writes itself, and the hierarchy that ties them together. Ask: 'what do you find yourself re-typing into AI tools every week?' Expected answer: stack, conventions, do-not-touch lists. Transition: first, how memory is actually layered.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mapping top to bottom: the context window is working memory and it is finite; session history is short-term and dies on /clear; CLAUDE.md plus auto memory is long-term and loads at the start of every session automatically. Land the punchline: this block is about promoting knowledge from the layers that evaporate into the layer that persists. Ask: 'where does your team's tribal knowledge live today?' Expected answer: heads and old Slack threads. Transition: the long-term layer starts with one file.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Define it plainly: CLAUDE.md is onboarding documentation for an engineer who reads it perfectly, every time, and never gets bored of it. Walk the four cards and stress the last one - committed to git, it standardizes Claude's behavior across the whole team. [CRESCENDO L1] Quick poll in chat: 'does your team have ANY written onboarding doc for humans today - yes or no?' Expected answer: an awkward mix, which is the point. Transition: so what actually belongs inside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with one example each, and hammer specificity: not 'use good naming' but 'camelCase variables, PascalCase classes' - behavioral rules Claude can actually execute. Teach the strip as the official guidance: keep it under roughly two hundred lines, because a lean file gets followed and a bloated one gets sampled. Ask: 'which row would have saved you a bad AI suggestion this month?' Expected answer: conventions or architecture. Transition: and when the file grows anyway, there is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3 - routing over organizing. The anti-pattern is one giant file that dilutes its own instructions; the pattern is a lean core CLAUDE.md plus topic files under .claude/rules that load when relevant, so every token entering context earns its place. Mention the strip: CLAUDE.local.md gives individuals private overrides without polluting the team file. Ask: 'what happens to a wiki page that grows past a screen?' Expected answer: nobody reads it - same physics here. Transition: the full stack of memory files, in priority order.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six layers from org policy down to auto memory with one sentence each: managed policy is IT's non-negotiables, the project file is the team contract, rules are routed detail, user memory is your personal taste everywhere, local override is your taste here, and auto memory is what Claude learned on its own. Ask: 'where should the rule - never commit directly to main - live?' Expected answer: project CLAUDE.md, or managed policy in a regulated shop. Transition: that last layer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Explain the division of labor: CLAUDE.md is what YOU teach Claude, auto memory is what Claude teaches itself - build commands that worked, debugging insights, preferences - stored as plain markdown with a MEMORY.md index and loaded alongside CLAUDE.md at session start. Stress the strip: it is just markdown, so audit it, edit it, or disable it per project. Ask: 'what should Claude never be allowed to self-note?' Expected answer: secrets, credentials, customer data - a good instinct for Block 4. Transition: two more patterns protect all this memory when sessions get long.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Set up the problem: when a long session compacts, Claude summarizes history, and without guidance it deletes exactly what you needed most - early architecture decisions. Two defenses: Compact Instructions in CLAUDE.md declare what must survive in priority order, and HANDOFF.md sidesteps compression entirely with a deliberate handoff document a fresh session starts from. Ask: 'which would you trust for a three-day refactor?' Expected answer: HANDOFF.md - deliberate beats automatic. Transition: here is what the best practitioners put in their own files.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Share the provenance: these three rules come from the personal CLAUDE.md of Claude Code's creator at Anthropic, and notice they are all behavioral - plan before touching code, prove completion with a passing check, and after any human correction write the lesson down so it never repeats. That last rule turns every mistake into a permanent upgrade. Ask: 'which of the three would change your Claude's output the most?' Expected answer: prove it works. Transition: time to type - the memory workflow you will use daily.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three minutes to run the first two lines against any repo: /init bootstraps a starter CLAUDE.md from the actual project, and the Remember prompt shows the correction loop - say it once, it lands in memory forever. Read the handoff prompt aloud as the end-of-day ritual for long work. Ask for a one-word chat verdict on what /init generated: keep or trim? Expected answer: mostly trim - exactly the right instinct. Transition: watch the full workflow in the demo before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Lab 1A dashboard repo in a fresh Claude Code session with no existing CLAUDE.md; keep this run card on the second screen. Steps: step 1, run '/init' and scroll the generated file with the room; step 2, trim it live - delete two generic lines, rewrite one vague convention to be behavioral; step 3, paste 'Remember: all API handlers must validate input with zod', restart the session, then ask 'add a /metrics endpoint' and point at the zod validation appearing unprompted; show the note via /memory. Expected result: a lean CLAUDE.md under a screenful, and the taught rule applied in a brand-new session. If it fails: bloated /init output IS the teaching moment - trim harder; if the rule does not stick after restart, open /memory, show where it should have landed, add it by hand, and continue. Debrief: ask 'what would change in a different scenario - a ten-year legacy monolith?' Expected answer: /init output needs heavier curation and routing into rules files. Transition: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1B: the deliverable is a committed CLAUDE.md good enough that a new teammate could onboard from it, the timebox is thirty minutes, and the success checklist requires the file under two hundred lines plus one taught rule proven to survive a session restart. The if-behind minimum is /init plus three trimmed behavioral rules. Circulate and challenge vague rules - 'write clean code' gets rewritten on the spot. Debrief question: 'which rule surprised you by changing Claude's behavior?' Expected answer: testing and validation rules usually win. Transition: recap,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slowly - this is the recap beat, not new content. Say the first line is how they should pitch CLAUDE.md to their team lead, and the second is the maintenance discipline that keeps it working six months from now. Ask: 'which line goes on your team wiki tonight?' Expected answer: a split vote - both work. Transition: lunch, then the deepest skill of the day - context mastery.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min. Call lunch with the exact restart time on screen. Tease the afternoon: the single most valuable skill of the day - context mastery and the rewind button - starts the moment we return.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afternoon with the claim to prove: the difference between an average and an expert Claude Code user is not prompting - it is what they let into the context window and how fast they recover from a wrong turn. Ask: 'in one word, what happens to a meeting that runs three hours?' Expected answer: chaos, drift, fatigue - same for sessions. Transition: first, the aiming tool.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 key as the aiming mechanism: a single file is the default move, folders are a deliberate splurge, URLs pull live docs, and tab completion lets you stack several precise targets in one prompt. Read the caution strip aloud - one @folder on a big directory can wipe out your window in a keystroke. Ask: 'why is @-mentioning a file better than letting Claude search for it?' Expected answer: speed, precision, and you control what enters context. Transition: which raises the real question -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counterintuitive rule: less context produces BETTER output, not worse - a focused session with two named files beats a session drowning in a whole directory. Broad context is legitimate for architecture and discovery, but it is a deliberate spend with a /compact bill arriving sooner. Ask: 'your last AI coding session - focused or broad, honestly?' Expected answer: broad by accident, not by choice. Transition: to choose well you need to know what is already spending your window.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ledger: fixed overhead loads before you type a word - system prompt, skill descriptors, and above all MCP tool definitions, the biggest hidden cost; CLAUDE.md and memory are the semi-fixed layer you tuned this morning; everything left is yours for conversation and files. The move: run /context periodically and evict what is not earning its tokens. Ask: 'who has ever checked what their tooling silently costs per session?' Expected answer: almost nobody - that changes today. Transition: and when the budget runs out, the session tells you - like this.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Give them the smoke-detector list: answers getting shorter, earlier instructions quietly ignored, and edits that conflict with each other are all the same disease - a saturated window - and the response is /compact if you must continue or commit-and-/clear if the task allows. Ask: 'which of these have you already seen in another tool without knowing why?' Expected answer: forgetting, universally. Transition: the discipline that prevents the disease has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Deliver the rule like a law: one task per session, period - context degrades, and after two failed corrections the window is poisoned with conflicting instructions, so more steering makes it worse, not better. The rhythm to install: commit, /clear, next task. Read the strip: rewind or restart beats arguing, always. Ask: 'why does the third correction usually go WORSE than the second?' Expected answer: the failed attempts are still in context, contaminating every new answer. Transition: here is the true story we tell in every delivery.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 story with pacing: a developer starts a clean payment-processing task, tosses in 'also fix the auth bug' mid-session, and Claude entangles the two - payment code referencing auth variables, neither working, three hours of debugging. The fix took thirty minutes per task in two clean sessions. Land the line: one task per session is load-bearing architecture, not a style preference. Ask: 'what was the actual mistake - the second task, or not starting a second session?' Expected answer: not starting a second session. Transition: and since April there is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biggest quality-of-life change since the April course: Claude Code checkpoints your session as it works, and double-tapping Esc opens a rewind menu where you choose the scope - restore the conversation, the code, or both. The payment-module disaster on the last slide is now a thirty-second recovery instead of a three-hour dig. [CRESCENDO L2] Neutral chat prompt: 'share one moment from this morning you would have rewound.' Expected answer: Lab 1A missteps, an over-eager refactor. Transition: rewind is one rung on a four-rung ladder.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ladder lightest to heaviest: Esc is a tap on the shoulder - stop and redirect; double-Esc rewinds past a wrong turn while keeping everything before it; /compact squeezes a long but healthy session; /clear is the hard reset for task switches. The skill is matching the rung to the damage instead of nuking everything. Ask: 'what would change in a different scenario - Claude wrote bad code but the conversation is fine?' Expected answer: rewind code only, keep the discussion. Transition: the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Say this is the photograph slide - the same table ships in the printed quick reference, so nobody needs to transcribe it. Walk one row deeply: 'last turns poisoned it' is the correction-spiral case from earlier, and double-Esc with the right scope is the escape hatch. Ask: 'which row is your correction-spiral escape?' Expected answer: row two, double-Esc. Transition: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Tell them to write down Principle 2 - think in next actions: not 'fix everything wrong with this codebase' but 'fix the N+1 query in getUserPosts' - specific, testable, completable in one session. Then read the strip slowly: almost-right code is the dangerous kind because it passes review and breaks at 2 AM, which is why verification is non-negotiable. Ask: 'what is the next-action version of - make the app faster?' Expected answer: profile one endpoint, fix one named query. Transition: put the principle to work - these are the delegation prompts.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Dissect both prompts with the room: each names its files with @, states exactly one ask, and ends by telling Claude how to prove success - run the tests, show the diff. That final clause is what separates delegation from wishing. Give two minutes to adapt one prompt to their own current bug and paste it into chat. Ask for a one-word verdict: sharper or same as what you typed last week? Expected answer: sharper. Transition: now watch context go wrong on purpose - and come back.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dashboard repo in a fresh session; have /context ready to run before and after; keep this run card visible. Steps: step 1, deliberately overload - @-mention the whole src folder, then ask two unrelated tasks in one prompt ('restyle the header AND rework the data layer'); step 2, run /context to show the spend, and point at the degraded, entangled output as it appears; step 3, double-tap Esc, choose to restore code only, show the diff is gone, then re-run the header task alone as a clean, sharp result. Expected result: the room sees quality degrade with bloat, then sees a thirty-second full recovery with the conversation history intact. If it fails: if the rewind menu misbehaves, fall back to git - 'git checkout .' plus /clear - and say out loud that the ladder has a git rung under it; if degradation is not obvious, narrate the /context numbers instead. Debrief: ask 'what would change in a different scenario - the conversation was poisoned but the code was good?' Expected answer: restore conversation only. Transition: your turn to break and recover in Lab 1C.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Lab 1C, rebuilt this cycle around checkpoints: learners inject a deliberately bad instruction, watch the damage, then rewind with double-Esc and ship the feature cleanly - the deliverable is the recovered feature, the timebox is thirty minutes, and the checklist demands one full rewind plus two /context checks. If behind, the minimum is one complete rewind cycle. Expect the aha moment when the code reverts but the conversation survives. Debrief question: 'which scope did you restore and why?' Expected answer: code-only for most, both for the over-steerers. Transition: break - then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aloud as the recap beat - the first is the aiming discipline, the second is the recovery discipline, and together they are what 'context mastery' means on the certificate. Say that tomorrow's skills work builds directly on this hygiene. Ask: 'which line would have saved you the most time this year?' Expected answer: mostly the rewind line. Transition: fifteen-minute break, then the final teaching block - commands, cost, permissions and git.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Call the break with the restart time on screen. Tell the room the last teaching block covers the questions every manager asks - what does it cost and is it safe - so bring those questions back with them.</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final teaching block as the manager-question block: what does it cost, is it safe, and can it really ship - commands and custom commands first, then the July permission model including Auto mode, then git to PR. Ask: 'what is the first question YOUR manager will ask about Claude Code?' Expected answer: cost or security, every time. Transition: start with the commands you will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Run the six rows fast - every one of them has already appeared today, so this is consolidation, not news: /init bootstraps, /clear resets, /compact squeezes, /context audits, /model escalates, /doctor heals. Say that these six commands cover ninety percent of daily driving. Ask: 'which one have you already used without being told to?' Expected answer: /clear or /context from the labs. Transition: and July added three small comforts worth knowing.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comforts: /btw answers a tangent - 'what does this regex do' - without contaminating the task context; the ! prefix runs a shell command AND hands Claude the output in one move, no copy-paste round trip; /keybindings writes a remappable keymap file. Read the strip honestly - weekly releases move fast, so we verify these live at delivery. Ask: 'which tangent question did you swallow this morning to protect your session?' Expected answer: several - /btw is for exactly that. Transition: the real power move is writing commands of your own.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Have them paste the first prompt and watch Claude scaffold its own slash command - a markdown file in .claude/commands where frontmatter pins the allowed tools to read-only and $ARGUMENTS receives whatever follows the command name. Then the second line runs it. Land the compounding point: committed to git, every command becomes team infrastructure. Ask: 'what repetitive review or check would you turn into a command tonight?' Expected answer: security review, changelog, test coverage. Transition: commands automate the how - the spec decides the what, and spec quality is the next principle.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Contrast the two columns with the honest arithmetic: the vague spec feels faster for ten seconds and then costs three revision rounds and four hours; the clear spec - stack, endpoints, auth model named up front - lands near your mental model in one round. The skill that separates power users is not prompting, it is specification. Ask: 'whose fault is the vague-spec failure - the model's or the spec's?' Expected answer: the spec's, and that is good news because specs are learnable. Transition: and when you cannot write the spec yourself,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reversal: instead of writing a spec cold, tell Claude 'interview me' - it asks the questions you had not considered, like what happens when a token expires mid-request, then writes spec.md from your answers, and only then do you execute. This pattern eliminates most 'Claude did not understand me' failures because the misunderstanding surfaces as a question, not a bug. Ask: 'what question would Claude ask about YOUR current project that you cannot answer yet?' Expected answer: edge cases, error handling, auth boundaries. Transition: from what to build to what it may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cycle as one keystroke - Shift+Tab rotates Default, AcceptEdits, Plan, and the July addition, Auto: Default asks before anything, AcceptEdits pre-approves file edits while still gating commands, Plan explores and proposes before touching code, and Auto acts autonomously inside guardrails we cover on the next slide. Match mode to trust and task, not to mood. Ask: 'which mode for a refactor in an unfamiliar codebase?' Expected answer: Plan - explore first, execute after review. Transition: Auto mode only earns its keep because of what sits underneath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Explain the two-layer design like airport security: layer one is an injection probe screening inputs - poisoned web content or malicious instructions get flagged on the way in; layer two is a transcript classifier reviewing what Claude actually did on the way out; and hard guards sit under both - it asks before running rm -rf on unresolved variables and blocks transcript tampering. [CRESCENDO L2] Chat prompt: 'which mode will be your Monday default, and why?' Expected answer: mostly Default and Plan, a few brave Autos. Transition: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evaluation order as the exam question of the block: deny is checked first and a matching deny beats an explicit allow, unmatched actions fall to ask, and allow pre-approves the trusted set like npm test and git so real decisions are the only prompts you see. Rules live in settings.json; managed settings let the org lock them. Ask: 'you allow Bash(git *) and deny Bash(git push --force) - what happens on a force push?' Expected answer: denied - deny wins, and that is the design. Transition: smart rules mean two or three meaningful prompts per task,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Tell them to write down Principle 4 - default to safe: when uncertain Claude asks first, the permission prompt is a review point rather than friction, and trust gets earned rule by rule - start restrictive and loosen deliberately. Warn about the failure mode: over-restrictive setups train developers to disable permissions entirely, which is security theater. Ask: 'what is the right number of prompts per task?' Expected answer: two or three meaningful ones - not ten reflexive ones. Transition: safety settled - now the money question.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Do the arithmetic out loud: a focused Sonnet 5 session that reads a few files and writes a feature burns well under a dollar at intro pricing, an Opus 4.8 escalation costs roughly two and a half times as much per token - worth it for one hard problem, wasteful as a default - and anyone using Claude Code daily should be on a seat rather than per-token billing. The levers, in order: model choice, focused context, /compact discipline. Ask: 'what is YOUR biggest cost lever after today?' Expected answer: model choice - or feeding folders instead of files. Transition: last stop before the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lifecycle in plain language: Claude runs the real git and gh commands underneath while you speak English - what changed, commit it with a proper message, branch it, open a PR whose description is generated from the commit history, and read the failing CI check when it comes back. Each action still passes the permission gate from two slides ago. Ask: 'which git chore do you most want to never type again?' Expected answer: commit messages and PR descriptions, unanimously. Transition: watch Auto mode and the guardrails handle this whole flow live.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Raise the engineering bar before the final lab: 'Claude says it is done' has zero engineering value - what matters is a verifier, and they come in three levels: exit codes and unit tests at the bottom, integration and contract checks in the middle, production signals at the top. The test for any automation: if you cannot state how Claude knows it succeeded, it is not ready to run unattended. Ask: 'what is the verifier for Lab 1D?' Expected answer: the test suite passing plus a reviewable PR. Transition: demo first,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open the dashboard repo with a prepared settings.json containing allow Bash(npm test) and Bash(git *) plus deny Bash(git push --force); keep the file open in a second pane so the room can read the rules. Steps: step 1, Shift+Tab to Auto and run a safe task - 'update the README badge and run the tests' - narrating zero prompts; step 2, trip a guard by asking for a cleanup script that removes a directory held in an unresolved variable, and point at Auto mode stopping to ask before the rm -rf; step 3, ask Claude to force-push, and show the deny rule beating the git allow. Expected result: autonomous safe work, then two visible refusals - the guard asks, the deny blocks. If it fails: if the guard prompt does not trigger, show the deny rule demonstration first and state that guard behavior is release-dependent - this is exactly why the caution strip says verify at delivery; the fallback screenshot deck for this demo is in the instructor kit. Debrief: ask 'why did the force push lose to the allow rule?' Expected answer: deny is evaluated first - deny, ask, allow. Follow with the transfer probe: 'what would change in a different scenario - a headless CI runner with nobody watching?' Expected answer: no ask layer possible - the deny list and verifier carry all the weight. Transition: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Launch the final lab: the deliverable is the dashboard with tests green, a clean commit, and an open PR - plus one hand-written permission rule and a full Shift+Tab cycle so every mode has been felt, not just seen. Timebox thirty minutes; the if-behind minimum is a clean commit with a real message. Circulate and check settings.json files - the most common error is writing an allow where they meant a deny. Debrief question: 'what did Auto mode ask you before acting, and why?' Expected answer: a command outside the allow list - the ask layer doing its job. Transition: bring your PR link to the wrap-up.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Shift the energy - teaching is done, consolidation begins: a recap against the morning's promises, the five mistakes that will bite in week one, the three-day arc, and tonight's homework. Ask: 'in one word in chat - how do you feel about driving this thing tomorrow morning?' Expected answer: confident, curious, a few cautious. Transition: here is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Read the six rows against the morning's outcome slide and let the room notice they all happened - installed, looped, taught, scoped, guarded, shipped - with four lab artifacts in one repo to prove it. Say that the four principles thread through all six rows. Ask: 'which outcome felt furthest away at nine this morning?' Expected answer: shipping a PR or Auto mode. Transition: now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five rows and tell the room they will recognize themselves in at least two - context overflow is the most common, correction spirals the most frustrating, and vibe coding the most dangerous because it feels productive while producing fragile code. Every fix on the right side was practiced today, so this table is a memory aid, not new work. [CRESCENDO L2] Chat: 'which mistake did you already make TODAY - no judgment?' Expected answer: scope creep and overflow, with laughter. Transition: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Place today in the arc: Day 1 was driving one agent well, Day 2 teaches it your standards - skills, hooks, richer custom commands, and plugins from the marketplace - and Day 3 multiplies it with MCP, subagents, agent teams, and headless CI/CD. Everything builds on the same dashboard repo, so tonight's homework keeps the thread warm. Ask: 'which day were you actually here for?' Expected answer: Day 3 for most - and Day 1 is what makes Day 3 safe. Transition: speaking of tonight.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Pitch the homework as twenty minutes of practice that converts today from a demo into a habit: /init on their real project with a hard trim, two custom commands they will genuinely reuse, and one deliberate rewind so the recovery reflex exists before they need it in anger. Bring all three artifacts tomorrow - Day 2 starts by upgrading them. Ask: 'which of the three will you actually do tonight?' Expected answer: the CLAUDE.md, mostly. Transition: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both lines slowly and let them sit - the first is Principle 1 and the operating rhythm, the second compresses the other three principles into six words apiece. Suggest they pin one of the two above their desk for week one. Ask: 'which line is your desk line?' Expected answer: split, with the second slightly ahead. Transition: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Close the loop on the morning promise: they came in with an installer and left with a shipped PR, four principles, and a recovery reflex - the next step is twenty minutes of homework tonight and Day 2 at nine sharp, same repo, where their Monday-morning practice becomes team standards. Ask one final question: 'what is the first real task you hand Claude Code this week?' Expected answer: reports, refactors, test backfills. Push the transfer probe: 'what would change in a different scenario - applying today's habits to a codebase you have never seen?' Expected answer: plan mode first, /init, smaller tasks, tighter verification. Transition: thank the room, post the homework and start time in chat, and end Day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5.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32.png"/><Relationship Id="rId5" Type="http://schemas.openxmlformats.org/officeDocument/2006/relationships/image" Target="../media/image13.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6.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30.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0.png"/><Relationship Id="rId6" Type="http://schemas.openxmlformats.org/officeDocument/2006/relationships/image" Target="../media/image7.png"/><Relationship Id="rId7" Type="http://schemas.openxmlformats.org/officeDocument/2006/relationships/image" Target="../media/image29.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5.png"/><Relationship Id="rId5" Type="http://schemas.openxmlformats.org/officeDocument/2006/relationships/image" Target="../media/image39.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1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6.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2.png"/><Relationship Id="rId4" Type="http://schemas.openxmlformats.org/officeDocument/2006/relationships/image" Target="../media/image30.png"/><Relationship Id="rId5" Type="http://schemas.openxmlformats.org/officeDocument/2006/relationships/image" Target="../media/image35.png"/><Relationship Id="rId6" Type="http://schemas.openxmlformats.org/officeDocument/2006/relationships/image" Target="../media/image13.png"/><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48.png"/><Relationship Id="rId5" Type="http://schemas.openxmlformats.org/officeDocument/2006/relationships/image" Target="../media/image6.png"/><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8.png"/><Relationship Id="rId5" Type="http://schemas.openxmlformats.org/officeDocument/2006/relationships/image" Target="../media/image17.png"/><Relationship Id="rId6" Type="http://schemas.openxmlformats.org/officeDocument/2006/relationships/image" Target="../media/image20.png"/><Relationship Id="rId7" Type="http://schemas.openxmlformats.org/officeDocument/2006/relationships/image" Target="../media/image6.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29.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25.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8.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48.png"/><Relationship Id="rId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0.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6.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0.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7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1 - five blocks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Native install, licensing, the July model lineup, your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Teach Claude your project once - it remembers every session</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Feed exactly what matters; recover with checkpoints and rewind</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Custom commands, Auto mode safety, pricing a session, PRs</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Recap, five common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five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Assistant or agent?</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assistant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Autocompletes as you type</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drive every single step</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Suggestions - you integrate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agent</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Takes a goal, runs a loop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Reads, edits, runs, verifies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review outcomes, not keystrokes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LICENSING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Licensing: who has Claude Code</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 - $20/mo</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Included. Learning and light daily use.</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 - $100-200/mo</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Included, higher limits - the heavy daily-driver plan.</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2"/>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 Premium - $100/seat</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Included. Five-seat minimum; seat types can be mixed.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2"/>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Included, metered token billing plus seat fee.</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x_E26B6B.png"/>
          <p:cNvPicPr>
            <a:picLocks noChangeAspect="1"/>
          </p:cNvPicPr>
          <p:nvPr/>
        </p:nvPicPr>
        <p:blipFill>
          <a:blip r:embed="rId3"/>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 Standard - $20/seat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Chat only - NO Claude Code. The trap seat for dev teams.</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x_E26B6B.png"/>
          <p:cNvPicPr>
            <a:picLocks noChangeAspect="1"/>
          </p:cNvPicPr>
          <p:nvPr/>
        </p:nvPicPr>
        <p:blipFill>
          <a:blip r:embed="rId3"/>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Claude Code.</a:t>
            </a:r>
          </a:p>
        </p:txBody>
      </p:sp>
      <p:sp>
        <p:nvSpPr>
          <p:cNvPr id="34" name="Rounded Rectangle 3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warn_E0A93A.png"/>
          <p:cNvPicPr>
            <a:picLocks noChangeAspect="1"/>
          </p:cNvPicPr>
          <p:nvPr/>
        </p:nvPicPr>
        <p:blipFill>
          <a:blip r:embed="rId4"/>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Team seat pricing is secondary-source - verify exact tiers with procurement before rollout.</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native, no Node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npm era is over - one native binary per platform.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macOS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brew install claude - or the curl one-liner.</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2"/>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Windows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winget install - fully native. No WSL, no Node.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2"/>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Linux</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apt / dnf packages, or the curl installer.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3"/>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npm install is deprecated (Jan 2026, backcompat only) - migrate old npm installs to native.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login</a:t>
            </a:r>
          </a:p>
        </p:txBody>
      </p:sp>
      <p:sp>
        <p:nvSpPr>
          <p:cNvPr id="16" name="Rounded Rectangle 15"/>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30860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3628644"/>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19" name="Rounded Rectangle 18"/>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4267200"/>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1" name="TextBox 20"/>
          <p:cNvSpPr txBox="1"/>
          <p:nvPr/>
        </p:nvSpPr>
        <p:spPr>
          <a:xfrm>
            <a:off x="7543800" y="4587240"/>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Sonnet 5: your new default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Released June 30 - the default model on Claude Code seats since the week of June 29.</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ar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Adaptive thinking</a:t>
            </a:r>
            <a:r>
              <a:rPr sz="1400" b="0">
                <a:solidFill>
                  <a:srgbClr val="ACACB4"/>
                </a:solidFill>
                <a:latin typeface="Instrument Sans"/>
              </a:rPr>
              <a:t>  -  decides on its own when to reason deeper</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1M context, native</a:t>
            </a:r>
            <a:r>
              <a:rPr sz="1400" b="0">
                <a:solidFill>
                  <a:srgbClr val="ACACB4"/>
                </a:solidFill>
                <a:latin typeface="Instrument Sans"/>
              </a:rPr>
              <a:t>  -  whole codebases without a beta flag</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Intro pricing</a:t>
            </a:r>
            <a:r>
              <a:rPr sz="1400" b="0">
                <a:solidFill>
                  <a:srgbClr val="ACACB4"/>
                </a:solidFill>
                <a:latin typeface="Instrument Sans"/>
              </a:rPr>
              <a:t>  -  $2/$10 per M tokens to Aug 31, then $3/$15</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July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MODEL</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PRICE PER M IN/OUT - CONTEXT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5 (default)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$2/$10 promo, $3/$15 from Sep 1 - 1M</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4.8</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$5/$25 - 200K. Deep architecture work</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4.5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$1/$5 - 200K. Cheap bulk and quick jobs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5</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$10/$50 - 1M. Frontier tier, special cases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CLAUDE.local.md = personal, gitignored overrides - the same routing idea, per person.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 policy</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org-wide - cannot be overridden.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6" name="Rounded Rectangle 15"/>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30860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3628644"/>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19" name="Rounded Rectangle 18"/>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451256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1" name="TextBox 20"/>
          <p:cNvSpPr txBox="1"/>
          <p:nvPr/>
        </p:nvSpPr>
        <p:spPr>
          <a:xfrm>
            <a:off x="7543800" y="4832604"/>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60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skills, MCP tool definitions - always loaded.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definitions are the biggest hidden cost - /context shows exactly where tokens went.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6" name="Rounded Rectangle 15"/>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799332"/>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119372"/>
            <a:ext cx="3776472"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feature rebuilt;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your own command</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Commands live in .claude/commands/*.md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Frontmatter restricts the tools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 the team gets it too</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7" name="TextBox 16"/>
          <p:cNvSpPr txBox="1"/>
          <p:nvPr/>
        </p:nvSpPr>
        <p:spPr>
          <a:xfrm>
            <a:off x="7543800" y="2670048"/>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.claude/commands/review.md: frontmatter allowed-tools Read, Grep, Glob; body: review $ARGUMENTS for security, performance, and style issues.</a:t>
            </a:r>
          </a:p>
        </p:txBody>
      </p:sp>
      <p:sp>
        <p:nvSpPr>
          <p:cNvPr id="18" name="Rounded Rectangle 17"/>
          <p:cNvSpPr/>
          <p:nvPr/>
        </p:nvSpPr>
        <p:spPr>
          <a:xfrm>
            <a:off x="7040880" y="3980688"/>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78040" y="4044696"/>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0" name="TextBox 19"/>
          <p:cNvSpPr txBox="1"/>
          <p:nvPr/>
        </p:nvSpPr>
        <p:spPr>
          <a:xfrm>
            <a:off x="7543800" y="4364736"/>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Price a real session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SCENARIO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MATH</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Quick fixes, bulk chores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Haiku 4.5 - $1/$5 per M tokens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 normal dev day</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Sonnet 5 - $2/$10 promo, $3/$15 from Sep 1</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Gnarly architecture call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Opus 4.8 - $5/$25; escalate, then drop back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Heavy daily use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seat (Pro/Max/Team Premium) beats per-token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a clean commit with a real message.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permission rule written; modes cycled; PR describes the work.</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Auto mode ask you before acting - and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5 - 30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licensed seat, Sonnet 5 by default.</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custom commands,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Two commands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two custom commands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two commands,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custom commands, and plugins from the marketplace. Same repo, next layer.</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