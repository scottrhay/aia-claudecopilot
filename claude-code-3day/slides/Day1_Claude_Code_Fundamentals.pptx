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Your browser opens, you sign in with your organization identity, and the seat binds to this machine. Line two: slash model - confirm you are on Sonnet 5 like the rest of the room, so your results match mine. Line three is the real gate, and it is deliberately trivial: ask it what this folder is. If it answers, three things are proven at once - the install works, you are authenticated, and a model is responding. That is the whole check. I am NOT going to have you run a diagnostic sweep. There is one, and we will talk about it in a moment, but its report is long and specific to your machine - twenty of you would get twenty different pages and we would spend the morning reading them. One answer to one question proves what we need. If your line three does not come back, raise a hand now rather than at ten o'clock. ASK: [CRESCENDO L1] Thumbs up in chat when Claude answers you. expect: a wave of thumbs - that is your green light to move on. SAY-NEXT: Everyone answered? Good - now let's talk about what is actually happening when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SAY: Two dials, and they are not the same dial - people conflate these constantly. Open the slash-actions button next to the plus sign; look at the Model section. Effort is a slider - how much deliberation Claude spends per turn. Mine is on Medium, and Medium is a sane default for a room like this. Thinking is a separate on-off toggle sitting right below it. You can have thinking on at low effort, or off at high effort - different controls, so say that out loud because the docs and blog posts blur them. When do you move them? Up for architecture decisions where a wrong call is expensive to unwind, and for the bug that has already beaten you twice. Down for renames, boilerplate, and mechanical edits - you get answers faster and spend less. For today, leave both alone. Change one deliberately at some point so you feel the difference; the lesson is that the dials exist and they cost something. While that menu is open, point at two neighbors: Switch model, which is our next slide, and Account and usage, which is where we go in Block Four when we talk about cost. Model, effort, thinking, and spend - all behind one button. ASK: [CRESCENDO L2] Chat check - what does your Effort slider say right now, and is Thinking on or off? expect: a spread, which makes the point that defaults vary machine to machine. SAY-NEXT: Effort is how hard it thinks. The next question is which brain is doing the thinking. (verify at delivery - open this menu on your build and confirm the labels.)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BEFORE YOU START, say this out loud (30 sec): 'One thing before I run anything. I use Claude Code hard for my own business, and my normal setup has a dozen plugins, custom hooks, and its own memory system wired in. I have switched all of it off for this class - I am running a clean profile, same as yours. Two reasons. First, everything you see on my screen should be reproducible on yours; if it is not, that is a bug and I want to know. Second - by the end of tomorrow you will have built the pieces I just turned off. That is the course.' That disclosure buys you trust and kills the 'why does mine look different' interruption for the rest of the day. If anyone asks how you did it, point at Lab 0 Step 0 - CLAUDE_CONFIG_DIR - and tell them we come back to it in the next block. WORKSPACE FIRST - do this on screen, narrating, because it is the habit you want them to copy: open the project folder in VS Code before you start Claude, and trust it when VS Code asks. Say it plainly: 'Claude scopes itself to the folder you have open. No folder, no project memory, no file tree to point at, and nothing for /init to read - it is just a chat box.' Point at the empty panel before you open the folder so they SEE the difference. Then open the folder and note what changed. If the repo is brand new, that is exactly when you run /init - Claude reads the codebase and writes the first CLAUDE.md for you. That is your real workflow; teach it as your real workflow. Launch tip for yourself: `code .` from your configured terminal opens the folder AND passes CLAUDE_CONFIG_DIR to the extension in one move. OPTIONAL 60-SECOND OPENER, and it lands well: open the slash-actions button and just read the menu out loud - Attach file, Mention file from this project, Clear conversation, Rewind, Switch model, Effort, Thinking, Account and usage. Say: 'that menu is basically today's agenda - context, sessions, recovery, models, and cost. We will come back to every one of these.' It orients the visual thinkers in the room immediately and it costs you a minute. Then the demo proper.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/model, then a throwaway question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WORKSPACE CHECK: folder open and trusted before you start, or /init has nothing to read.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WORKSPACE CHECK: dashboard folder open and trusted before you start.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WORKSPACE CHECK: folder open and trusted - project settings.json only loads after trust.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6.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8.png"/><Relationship Id="rId4" Type="http://schemas.openxmlformats.org/officeDocument/2006/relationships/image" Target="../media/image26.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4.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6.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36.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6.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6.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6.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6.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6.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4.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Prove it answers - that is the gate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one sentence, what is this folder?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Effort and thinking: two dials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Both live behind the slash-actions button, next to Switch model.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Effort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slider - how much deliberation per turn. Medium is a sane default.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ulb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Thinking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separate on/off toggle. Not the same control as Effort.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When to move them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Up for architecture and stubborn bugs. Down for renames and boilerplate.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menu holds Switch model and Account &amp; usage - model, effort, and cost in one place.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/model, then one throwaway question</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