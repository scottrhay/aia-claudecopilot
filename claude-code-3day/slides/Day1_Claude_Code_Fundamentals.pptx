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Have them check right now, before Lab 1A, because two of today's beats point at controls that only exist in the full panel.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 think of it as a REPL, a live conversation where you steer turn by turn; that's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Effort is the third lever, next to model choice and context - and unlike the other two it has a physical control you can point at. Look at the bottom of your Claude Code panel: there is an Effort slider, and mine is sitting on High. Think of it as a reasoning budget - extra deliberation before answering, which you pay for in tokens and in waiting. Most edits do not need it. Three kinds of work earn it: architecture decisions where a wrong call is expensive to unwind, debugging where the obvious answer has already failed you twice, and risky migrations where you would rather it thought first. Turn it down for renames, boilerplate, and mechanical edits - you get answers faster and you spend less. For today, leave it where it is and change it once deliberately so you feel the difference; the point is knowing the dial exists and that it costs something. If someone asks whether higher effort means better code, the answer is no - it means more deliberation, which helps on hard problems and just costs you time on easy ones. ASK: [CRESCENDO L2] Chat check - what does your Effort slider say right now? expect: a spread, which makes the point that defaults vary. SAY-NEXT: Model, context, effort - three levers. Now the loop those levers run inside. (verify at delivery - slider position and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(9:53, 2 min) SAY: You already ran /doctor at the gate - here's what you actually have. As of the July update, /doctor is a full diagnostic: install, authentication, configuration, and MCP connections - one health screen for everything between you and a working agent. Better: it offers to fix what it finds - press f and it repairs the findings itself, instead of handing you a to-do list. And it flags waste: unused skills, dormant MCP servers, and slow hooks - things that silently tax every session you run whether you use them or not; we'll define skills, MCP, and hooks properly across Days One and Two, so don't worry if those words are new. Make it your reflex: whenever anything feels wrong with Claude Code, /doctor is the first move - before Google, before reinstalling. One honesty note from the strip: the auto-fix specifics come from secondary sources, so we re-verify /doctor's exact behavior on delivery morning. (verify at delivery) ASK: What's your current equivalent of /doctor - how do you debug your dev setup today? expect: laughter, then 'Google and vibes' - which is the point. SAY-NEXT: Enough theory. Watch the whole thing run end to end - install to first working task.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6.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6.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6.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6.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CLAUDE CODE tab docked in the secondary sidebar shows fewer controls - no Auto, no Effort.</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steer it turn by turn</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Effort: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Effort slider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Bottom of the Claude Code panel. Ours sits at High.</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ulb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up</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down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Renames, boilerplate, mechanical edits - faster and cheaper.</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Effort and thinking controls move between releases - check the live slider before you teach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