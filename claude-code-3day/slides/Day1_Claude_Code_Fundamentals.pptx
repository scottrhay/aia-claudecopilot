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IF SOMEONE ASKS WHY THEY DIFFER - answer it honestly, because this room will respect that more than a theory: there is more than one place Claude Code shows up in VS Code, and they do not all expose the same controls. I do not know whether that is two different views of one extension or two different integrations, and I am not going to guess in front of you - what I know is which one has the controls we need today. Use the panel with five modes and the Effort slider. One thing worth noticing while you are in there, though: that secondary sidebar now holds Copilot, Claude, and Codex side by side, and each one draws its own interface - different session lists, different buttons, one of them even shows a credit balance. The editor is becoming neutral ground; the vendors still control their own surface. Remember that when we get to MCP on Day 3 - same story, from the protocol side instead of the UI side.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Effort is the third lever, next to model choice and context - and unlike the other two it has a physical control you can point at. Look at the bottom of your Claude Code panel: there is an Effort slider, and mine is sitting on High. Think of it as a reasoning budget - extra deliberation before answering, which you pay for in tokens and in waiting. Most edits do not need it. Three kinds of work earn it: architecture decisions where a wrong call is expensive to unwind, debugging where the obvious answer has already failed you twice, and risky migrations where you would rather it thought first. Turn it down for renames, boilerplate, and mechanical edits - you get answers faster and you spend less. For today, leave it where it is and change it once deliberately so you feel the difference; the point is knowing the dial exists and that it costs something. If someone asks whether higher effort means better code, the answer is no - it means more deliberation, which helps on hard problems and just costs you time on easy ones. ASK: [CRESCENDO L2] Chat check - what does your Effort slider say right now? expect: a spread, which makes the point that defaults vary. SAY-NEXT: Model, context, effort - three levers. Now the loop those levers run inside. (verify at delivery - slider position and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compact Claude Code tab in the secondary sidebar shows fewer controls - no Auto, no Effort slider.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Effort slider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Bottom of the Claude Code panel. Ours sits at High.</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up</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down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Renames, boilerplate, mechanical edits - faster and cheaper.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Effort and thinking controls move between releases - check the live slider before you teach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