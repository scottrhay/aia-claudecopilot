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8.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0.png"/><Relationship Id="rId4" Type="http://schemas.openxmlformats.org/officeDocument/2006/relationships/image" Target="../media/image5.png"/><Relationship Id="rId5" Type="http://schemas.openxmlformats.org/officeDocument/2006/relationships/image" Target="../media/image32.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7.png"/><Relationship Id="rId5" Type="http://schemas.openxmlformats.org/officeDocument/2006/relationships/image" Target="../media/image42.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34.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9.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4.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4.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4.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4.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2.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