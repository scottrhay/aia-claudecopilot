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ONE IMPORTANT DETAIL - say this while they get set up: there is more than one way to host Claude Code in VS Code, and they do not all show the same controls. The full panel gives you five permission modes including Auto, plus the Effort slider. A narrow CLAUDE CODE tab docked in the secondary sidebar shows a reduced set - no Auto, no Effort. If your Modes list is missing Auto, you are in the narrow one; open the full panel instead. AND WHEN SOMEONE ASKS WHY THEY DIFFER - this one is documented, so you can answer it properly. Anthropic's extension runs Claude Code's own runtime and draws Anthropic's own interface: you get everything Anthropic ships, five modes and the Effort slider. The sidebar is something else entirely. Microsoft now runs coding agents in a separate process called the Agent Host, and agents plug into it through ADAPTERS - there is one for Copilot, one for Claude, one for Codex - and each adapter translates that vendor's runtime into a common session model. So in the sidebar you are not talking to Anthropic's UI, you are talking to Microsoft's, with Claude behind an adapter. Anything that does not map into the shared model does not show up - which is why the Effort slider is missing there. And it goes deeper than cosmetics: Microsoft documents that the permission model itself differs between the two hosts - their Autopilot is a MODE in one place and a permission LEVEL in the other, and one permission level exists only on the Agent Host. Different mode lists are expected behavior, not a bug. Here is the part worth sitting with, and it comes back on Day 2: the Agent Host reads customizations from harness-agnostic folders - it reads your ~/.claude directory. The instructions you write for Claude are starting to be read by other vendors' hosts. The editor is becoming neutral ground - shared protocol, shared config folders - while the vendors still control what happens inside their own surface. SAY-NEXT: Whichever surface, the loop underneath is identical - so let's look at that loop. (verify at delivery - panel UI moves fast.)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and they run as a REPL. Define that, because half the room will nod and not actually know it: R-E-P-L, Read, Evaluate, Print, Loop. It comes from the language shells you have used - Python, Node - and here the four steps are: Read, it takes in your instruction. Evaluate, it reasons, reads files, runs commands, does the work. Print, it shows you what it did. And Loop, you respond with the next instruction and keep steering. That last word is the one that matters today - the loop is where your judgment enters. You are not writing one perfect prompt and walking away; you are in a conversation where every turn is a chance to redirect before it goes further wrong. That is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(9:23, 4 min) SAY: This is the environment gate for the whole day - everyone runs these three lines before Block One ends, because nobody enters Lab 1A broken. Line one: claude auth login. Your browser opens, you sign in with your organization identity, and the seat binds to this machine. Line two: slash model - confirm you are on Sonnet 5 like the rest of the room, so your results match mine. Line three is the real gate, and it is deliberately trivial: ask it what this folder is. If it answers, three things are proven at once - the install works, you are authenticated, and a model is responding. That is the whole check. I am NOT going to have you run a diagnostic sweep. There is one, and we will talk about it in a moment, but its report is long and specific to your machine - twenty of you would get twenty different pages and we would spend the morning reading them. One answer to one question proves what we need. If your line three does not come back, raise a hand now rather than at ten o'clock. ASK: [CRESCENDO L1] Thumbs up in chat when Claude answers you. expect: a wave of thumbs - that is your green light to move on. SAY-NEXT: Everyone answered? Good - now let's talk about what is actually happening when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4 min) SAY: Two dials, and they are not the same dial - people conflate these constantly. Open the slash-actions button next to the plus sign; look at the Model section. Effort is a slider - how much deliberation Claude spends per turn. Mine is on Medium, and Medium is a sane default for a room like this. Thinking is a separate on-off toggle sitting right below it. You can have thinking on at low effort, or off at high effort - different controls, so say that out loud because the docs and blog posts blur them. When do you move them? Up for architecture decisions where a wrong call is expensive to unwind, and for the bug that has already beaten you twice. Down for renames, boilerplate, and mechanical edits - you get answers faster and spend less. For today, leave both alone. Change one deliberately at some point so you feel the difference; the lesson is that the dials exist and they cost something. While that menu is open, point at two neighbors: Switch model, which is our next slide, and Account and usage, which is where we go in Block Four when we talk about cost. Model, effort, thinking, and spend - all behind one button. ASK: [CRESCENDO L2] Chat check - what does your Effort slider say right now, and is Thinking on or off? expect: a spread, which makes the point that defaults vary machine to machine. SAY-NEXT: Effort is how hard it thinks. The next question is which brain is doing the thinking. (verify at delivery - open this menu on your build and confirm the labels.)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(9:52, 2 min) SAY: One diagnostic worth knowing before we start building: slash doctor. It checks your install, your PATH, your authentication, your config files, and it will tell you about extensions you are not using. Two things to be clear about, because they matter more than the feature. First: this is a break-glass command, not a daily habit. You run it when something feels wrong - Claude will not start, authentication is failing, a skill stopped firing. You do not run it every morning. Second: the report is long and it is specific to YOUR machine - your skills, your plugins, your history. Mine ran for several minutes and produced a page of findings that would mean nothing to you. So when you do run it, find the section about your actual problem and ignore everything else. DO NOT have the room run this in class - twenty different machines produce twenty different reports and you will lose fifteen minutes to findings that do not matter. Show it once here from your own screen if the timing is right, or skip the live run entirely and just tell them it exists. ASK: nothing here - keep moving, this is a signpost, not a stop. SAY-NEXT: Enough setup. Let's watch the whole thing work end to end.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the loop on real code. NOTE: they already authenticated and proved it answers back at the paste-this slide, so do NOT re-run setup here. This demo is the payoff of Block One: the whole loop, on real code, in one take. BEFORE YOU START, say this out loud (30 sec): 'One thing before I run anything. I use Claude Code hard for my own business, and my normal setup has a dozen plugins, custom hooks, and its own memory system wired in. I have switched all of it off for this class - I am running a clean profile, same as yours. Two reasons. First, everything you see on my screen should be reproducible on yours; if it is not, that is a bug and I want to know. Second - by the end of tomorrow you will have built the pieces I just turned off. That is the course.' That disclosure buys you trust and kills the 'why does mine look different' interruption for the rest of the day. If anyone asks how you did it, point at Lab 0 Step 0 - CLAUDE_CONFIG_DIR - and tell them we come back to it in the next block. OPTIONAL 60-SECOND OPENER: open the slash-actions button and read the menu out loud - Attach file, Mention file from this project, Clear conversation, Rewind, Switch model, Effort, Thinking, Account and usage. Say: 'that menu is basically today's agenda - context, sessions, recovery, models, and cost.' SETUP: the sample dashboard repo cloned but NOT yet open in VS Code, and Claude not yet started. That is deliberate - step one is the lesson. STEPS - narrate each one: Step one, the workspace. Show the empty panel first and say: 'Claude scopes itself to the folder you have open. No folder, no project memory, no file tree to point at, nothing for /init to read - it is just a chat box.' Then open the folder, trust it when VS Code asks, and note aloud what changed. If the repo were brand new, this is exactly where you would run /init and let Claude write the first CLAUDE.md - say that even if you do not run it. Your own launch tip: `code .` from the configured terminal opens the folder AND passes CLAUDE_CONFIG_DIR in one move. Step two, one prompt, then take your hands off the keyboard - that visual matters more than anything you say: 'Add a /health endpoint returning the build version, and run the tests.' Then be quiet and let it work. Step three, narrate the stages as they scroll: reading files, stating a plan, editing, running tests, and if a test fails, diagnosing and retrying. All five stages from the pipeline slide, in order, unprompted. Point at each one as it happens - that is the whole point of this demo. EXPECTED: a passing test run and a working endpoint, with visible read-plan-edit-run stages along the way. RECOVERY: if it stalls or the tests fail in a way you cannot explain in ten seconds, say: 'this is exactly why we have a recovery path' - then Esc, and either rewind or restate the prompt more tightly. Never debug live past sixty seconds; if the repo itself is broken, switch to the pre-built backup copy and continue. DEBRIEF - ASK: Which loop stage surprised you? expect: verify - most people expect it to stop after writing code. SAY-NEXT: Now you do exactly this yourselves - Lab 1A.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SAY: Lab 1A - the agentic build loop. Your deliverable: a running business-dashboard scaffold built from one well-formed prompt - this repo is the artifact the other three labs build on. The slide says thirty minutes; today's clock gives us until the 10:30 break, so treat 10:30 as the hard stop. Success checklist, three items: the app runs; you observed all five loop stages and can name them; and you noted one checkpoint moment - a point you'd want to rewind to - because this afternoon's recovery lab uses that muscle. If you fall behind, the minimum bar is a passing first build; the checklist can finish at home. Open the lab guide now - the starting prompt is written for you; your job is to watch what the agent does with it. I'll be circulating - the most common sticking point is a first prompt that's too vague, so if the loop wanders, sharpen the goal, don't argue with it. Debrief - ASK: Share one loop failure you watched Claude self-correct. expect: a failing test fixed without help, a missing dependency installed autonomously. Then the transfer probe - ASK: What would change in a different scenario - a compiled language with a five-minute build? expect: fewer, bigger loop iterations - verification gets expensive, so you batch more per cycle. SAY-NEXT: 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3 min) SAY: Three layers, mapped straight onto human memory. Working memory is the context window - the finite space holding everything Claude is thinking about right now: your conversation, the files it read, the outputs it saw. Finite is the operative word; it's a budget, and block three is entirely about managing it. Short-term memory is session history - everything this conversation has learned. It dies on /clear, and it fades when a long session gets compacted. Long-term memory is CLAUDE.md plus auto memory - files on disk that load automatically at the start of every session. Files persist; sessions don't. So here's the whole block in one sentence: this hour is about promoting knowledge out of the layers that evaporate and into the layer that persists. Every time you teach Claude something worth keeping, it should end up in a file. ASK: Where does your team's tribal knowledge live today - honestly? expect: in people's heads and old Slack threads; that's the same fragility, and the same fix applies to humans. SAY-NEXT: The long-term layer starts with one file - let's define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CALLBACK - tie this to the clean profile you announced at the demo: everything in the user layer of this hierarchy lives in one directory, and CLAUDE_CONFIG_DIR points Claude Code at a different one. That is what I did this morning - I swapped the entire user layer out, which is why my machine behaves like yours today. Say it plainly: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(11:38,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5 min) SAY: Three lines, and they're the daily memory workflow. Line one: /init - it reads your actual project and bootstraps a starter CLAUDE.md from what it finds. Never hand-write the file from zero; generate, then curate. Line two, the correction loop - read it with me: 'Remember: we use pnpm, not npm. Save that so you never suggest npm again.' Say it once, and it lands in memory permanently - that's the amnesia cure in a single sentence, and 'Remember:' is the magic word that routes it to a file. Line three is the end-of-session ritual for long work: 'Write HANDOFF.md: what you tried, what worked, what failed, what is next - so a fresh session can continue from that file alone.' That last clause is the quality bar - the file has to stand on its own. Now take three minutes: run /init on any repo you have handy - the Lab 1A dashboard works - then try the Remember line with a real preference of yours. ASK: One-word verdict in chat on what /init generated - keep, or trim? expect: mostly 'trim' - and that's the right instinct; generated files start generic, and curation is your job. SAY-NEXT: Watch me run the full workflow end to end in the demo - then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10 min) DEMO - /init and auto memory. Setup: WORKSPACE CHECK: folder open and trusted before you start, or /init has nothing to read. the Lab 1A dashboard repo open in a fresh Claude Code session, no existing CLAUDE.md, this run card on the second screen. SAY: Three beats - bootstrap, trim, teach. Beat one: /init - watch it read the repo and generate the file; we scroll it together and judge it. Beat two: trim, live - I delete two generic lines that add nothing, and I rewrite one vague convention into a behavioral rule you could test compliance with. Beat three: teach - I paste: 'Remember: all API handlers must validate input with zod.' Then I restart the session completely - new session, blank short-term memory - and ask: 'add a /metrics endpoint.' Watch the zod validation appear, unprompted. Then /memory shows you where the note actually lives. Expected: a lean CLAUDE.md under one screenful, and the taught rule surviving a restart. Recovery: if /init's output is bloated, say: 'this is exactly why we have a recovery path - the bloat IS the lesson' - then trim harder, live. If the rule doesn't stick after restart, open /memory, show where it should have landed, add it by hand, and continue. Debrief - ASK: What would change in a different scenario - a ten-year legacy monolith? expect: /init output needs much heavier curation and routing into rules files - generated files start generic, and big repos make them worse. SAY-NEXT: 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SAY: Lab 1B - teach Claude your repo. Deliverable: a committed CLAUDE.md good enough that a brand-new teammate could onboard from it - that's the bar, not 'a file exists.' You're working on the dashboard from Lab 1A, so everything you learned about it this morning is raw material. Timebox: thirty minutes, and we hold a few minutes of buffer before the recap. Success checklist, two items: the file is under two hundred lines - lean beats complete; and one taught rule proven to stick, meaning you teach it with a Remember prompt, restart the session, and watch it apply unprompted, exactly like the demo. If you're behind, the minimum bar is /init plus three trimmed behavioral rules. I'll be circulating and challenging vague rules - if I see 'write clean code' in your file, we rewrite it together on the spot into something Claude can actually execute. Debrief - ASK: Which rule surprised you by actually changing Claude's behavior? expect: testing and validation rules usually win - they alter what the agent does on every single task. SAY-NEXT: 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4 min) SAY: Two prompts on the right - let's dissect what makes them sharp, because each one demonstrates all three habits on the left. First: 'Add JWT auth to @auth.js following the middleware pattern in @payments.js. Run the auth tests to prove it.' Notice: it names its files with @ - no searching, no guessing; it points at an existing pattern to follow - 'like that one' beats three paragraphs of style description; and it ends by telling Claude how to prove success - run the tests. Second: 'POST /api/tasks returns 500. Read @src/routes/tasks.js, find the cause, fix only that, and show me the diff.' The symptom, the starting file, a scope fence - 'fix only that' prevents the helpful-refactor sprawl - and a verification artifact: show me the diff. That final clause in both prompts is what separates delegation from wishing: wishing hopes it worked; delegation demands evidence. Now you: take two minutes, adapt one of these shapes to a real bug from your actual backlog, and paste your version into chat. ASK: One-word verdict - sharper, or same as what you typed last week? expect: 'sharper' almost universally; steal the best rewrite you see in chat and read it aloud. SAY-NEXT: Now watch context go wrong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 Setup: WORKSPACE CHECK: dashboard folder open and trusted before you start. dashboard repo in a fresh session; /context ready to run before and after; this run card visible. SAY: I'm going to commit every sin from this block, on purpose, and then recover in thirty seconds. Step one - the overload: I @-mention the entire src folder - there goes the budget - and then two unrelated tasks in one prompt: 'restyle the header AND rework the data layer.' Both sins at once. Step two - the evidence: /context shows the spend, and as output arrives, watch it - entangled changes, degraded quality; I'll narrate what's going wrong as it happens. Step three - the recovery: double-tap Escape, choose restore code only, show the diff is gone - and then re-run the header task alone: clean, sharp, fast. Expected: visible degradation under bloat, then a thirty-second recovery with the conversation history intact. Recovery: if the rewind menu misbehaves, say: 'this is exactly why we have a recovery path - the ladder has a git rung under it' - then run git checkout . plus /clear and continue. If the degradation isn't visually obvious, narrate the /context numbers instead - the spend tells the story. Debrief - ASK: What would change in a different scenario - the conversation was poisoned but the code was good? expect: restore conversation only - scope choice is the skill. SAY-NEXT: Your turn to break and recover - Lab 1C.</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SAY: Lab 1C - precision recovery, rebuilt this cycle around checkpoints. You will break the dashboard on purpose: the lab guide has you inject a deliberately bad instruction, watch the damage land, then rewind with double-Esc and ship the feature cleanly. Deliverable: a dashboard feature shipped after a deliberate bad detour - proof you can recover, not just avoid. Timebox: thirty minutes. Success checklist, three items: one bad change fully rewound; the rewind-versus-revert call made - a short written decision on when rewind applies versus git revert, because articulating the boundary is how it sticks; and /context checked twice - once fresh, once loaded, so you see your own budget move. If you're behind, the minimum is one complete rewind cycle. Expect the aha moment when the code reverts but the conversation survives - that scope choice is the skill this lab exists to build. I'm circulating; if you hit the two-failed-corrections spiral, that's not a failure - that IS the curriculum: rewind, don't argue. Debrief - ASK: Which scope did you restore - conversation, code, or both - and why? expect: code-only for most, both for the over-steerers - a great answer names the reason, not just the choice. SAY-NEXT: 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the panel spells each one out for you. Five of them, and the gap between the last two is the whole lesson. Manual: asks approval before every edit - maximum oversight, the right home for an unfamiliar repo. Edit automatically: it edits your selection or the file without stopping to ask each time. This is most people's daily driver. Plan: it explores the code and presents a plan before editing anything - nothing changes while you are in Plan. Auto: read the panel's own words here, because they are precise - 'Claude will approve actions that pass a safety check and pause for anything risky.' That is guarded autonomy: it keeps moving on the safe stuff and stops at the edge. And Bypass permissions: 'will not ask for approval before running potentially dangerous commands.' No safety check, no pause. Auto and Bypass sound similar and are not. Auto has a seatbelt. Bypass is you telling it to take the seatbelt off. Treat Bypass like sudo - deliberate, scoped, never your default, and never on a repo you would mind losing. One surface note: the terminal cycles the same modes under older names - Default, AcceptEdits, Plan, Auto - so blog posts may use that vocabulary. ASK: [CRESCENDO L3] Three words or less in chat - which mode is your daily driver going to be? expect: 'edit automatically' dominates, a few 'plan', and if anyone says 'bypass' ask them why out loud. SAY-NEXT: Modes are the blunt instrument. Rules are the scalpel - that is how you stop answering the same prompt fifty times. (verify at delivery - screenshot the Modes list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 Setup: WORKSPACE CHECK: folder open and trusted - project settings.json only loads after trust. dashboard repo with a prepared settings.json - allow Bash(npm test) and Bash(git *), deny Bash(git push --force) - open in a second pane so the room can read the rules. SAY: Three beats. Beat one: Shift+Tab to Auto, then a safe task: 'update the README badge and run the tests' - narrate the zero prompts; this is earned autonomy on a contained task. Beat two: trip a guard - ask for a cleanup script that removes a directory held in an unresolved variable, and point at Auto mode stopping to ask before the rm -rf; that pause is the hard guard from the architecture slide, live. Beat three: ask Claude to force-push - the deny rule beats the git allow, on screen. Expected: autonomous safe work, then two visible refusals - the guard asks, the deny blocks. Recovery: if the guard prompt doesn't trigger, say: 'this is exactly why we have a recovery path - guard behavior is release-dependent' - then run the deny demonstration first and pull the fallback screenshot deck from the instructor kit. Debrief - ASK: Why did the force-push lose to the allow rule? expect: deny is evaluated first - deny, ask, allow. Transfer probe - ASK: What would change in a different scenario - a headless CI runner with nobody watching? expect: no ask layer possible - the deny list and the verifier carry all the weight. SAY-NEXT: 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SAY: Lab 1D - ship it. The dashboard leaves your machine tonight. Deliverable: tests green, a clean commit, and an open pull request - shipped through the ritual you just watched: Claude reviews the staged diff first, then writes the commit message from the diff, then builds the PR description from the commits. Along the way you also write one permission rule in settings.json and cycle every Shift+Tab mode once, so the whole block gets exercised. Timebox: twenty-five minutes - the tightest lab of the day, but the ritual is three prompts, so it fits. If you're behind, the minimum bar is a reviewed diff and a clean agent-written commit; the PR can happen tonight. Success checklist: permission rule set; diff reviewed; agent-written commit and PR open. I'm circulating and checking settings.json files - the most common error every cycle is writing an allow where you meant a deny, so read your arrays twice. Debrief - ASK: What did the diff review catch that you would have missed? expect: an unrelated file, a leftover debug line, a risky edge case - and someone will say 'nothing,' which is also a pass. SAY-NEXT: 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2.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1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18.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12.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12.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3.png"/><Relationship Id="rId4" Type="http://schemas.openxmlformats.org/officeDocument/2006/relationships/image" Target="../media/image16.png"/><Relationship Id="rId5" Type="http://schemas.openxmlformats.org/officeDocument/2006/relationships/image" Target="../media/image36.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18.png"/><Relationship Id="rId4" Type="http://schemas.openxmlformats.org/officeDocument/2006/relationships/image" Target="../media/image26.png"/><Relationship Id="rId5" Type="http://schemas.openxmlformats.org/officeDocument/2006/relationships/image" Target="../media/image41.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41.png"/><Relationship Id="rId4" Type="http://schemas.openxmlformats.org/officeDocument/2006/relationships/image" Target="../media/image5.png"/><Relationship Id="rId5" Type="http://schemas.openxmlformats.org/officeDocument/2006/relationships/image" Target="../media/image34.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4.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38.png"/><Relationship Id="rId5" Type="http://schemas.openxmlformats.org/officeDocument/2006/relationships/image" Target="../media/image43.png"/><Relationship Id="rId6" Type="http://schemas.openxmlformats.org/officeDocument/2006/relationships/image" Target="../media/image19.png"/><Relationship Id="rId7" Type="http://schemas.openxmlformats.org/officeDocument/2006/relationships/image" Target="../media/image23.png"/><Relationship Id="rId8" Type="http://schemas.openxmlformats.org/officeDocument/2006/relationships/image" Target="../media/image12.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36.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4.png"/><Relationship Id="rId5" Type="http://schemas.openxmlformats.org/officeDocument/2006/relationships/image" Target="../media/image38.png"/><Relationship Id="rId6" Type="http://schemas.openxmlformats.org/officeDocument/2006/relationships/image" Target="../media/image36.png"/><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42.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6.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36.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36.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18.png"/><Relationship Id="rId6" Type="http://schemas.openxmlformats.org/officeDocument/2006/relationships/image" Target="../media/image23.png"/><Relationship Id="rId7" Type="http://schemas.openxmlformats.org/officeDocument/2006/relationships/image" Target="../media/image6.png"/><Relationship Id="rId8"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36.png"/><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9.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53.png"/><Relationship Id="rId7"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36.png"/><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60.png"/><Relationship Id="rId5" Type="http://schemas.openxmlformats.org/officeDocument/2006/relationships/image" Target="../media/image24.png"/><Relationship Id="rId6" Type="http://schemas.openxmlformats.org/officeDocument/2006/relationships/image" Target="../media/image36.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4.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4.png"/><Relationship Id="rId8"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signed in, and Claude answering.</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0" name="TextBox 9"/>
          <p:cNvSpPr txBox="1"/>
          <p:nvPr/>
        </p:nvSpPr>
        <p:spPr>
          <a:xfrm>
            <a:off x="3840480" y="242316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4" name="TextBox 13"/>
          <p:cNvSpPr txBox="1"/>
          <p:nvPr/>
        </p:nvSpPr>
        <p:spPr>
          <a:xfrm>
            <a:off x="3840480" y="338327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18" name="TextBox 17"/>
          <p:cNvSpPr txBox="1"/>
          <p:nvPr/>
        </p:nvSpPr>
        <p:spPr>
          <a:xfrm>
            <a:off x="3840480" y="434340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2" name="TextBox 21"/>
          <p:cNvSpPr txBox="1"/>
          <p:nvPr/>
        </p:nvSpPr>
        <p:spPr>
          <a:xfrm>
            <a:off x="3840480" y="530351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full Claude Code panel - five modes incl. Auto, plus an Effort slider. Use this one.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Narrow side-pane tab</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VS Code's Agent Host runs Claude through an adapter - normalized session model, so some Anthropic controls do not appear.</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read, evaluate, print, loop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first contact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once, in the browser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Confirm the model you are on</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Prove it answers - that is the gate</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/model</a:t>
            </a:r>
          </a:p>
        </p:txBody>
      </p:sp>
      <p:sp>
        <p:nvSpPr>
          <p:cNvPr id="21" name="Rounded Rectangle 20"/>
          <p:cNvSpPr/>
          <p:nvPr/>
        </p:nvSpPr>
        <p:spPr>
          <a:xfrm>
            <a:off x="7040880" y="4203192"/>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 one sentence, what is this folder?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Effort and thinking: two dials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Both live behind the slash-actions button, next to Switch model.</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Effort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slider - how much deliberation per turn. Medium is a sane default.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ulb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Thinking</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separate on/off toggle. Not the same control as Effort.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When to move them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Up for architecture and stubborn bugs. Down for renames and boilerplate.</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menu holds Switch model and Account &amp; usage - model, effort, and cost in one place.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and memory.</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set.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Commands run.</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Errors retried.</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/doctor: when something feels wrong</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 the tool misbehaves - not a routine you run every day.</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 report is long and machine-specific. Read the section about your problem; ignore the rest.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the loop on real code</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WATCH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Open and trust the folder - see what changes</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then hands off the keyboard</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Read, plan, edit, run, fix - live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How Claude remembers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Three layers, mapped straight onto human memory.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finite, managed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Short-term</a:t>
            </a:r>
            <a:r>
              <a:rPr sz="1400" b="0">
                <a:solidFill>
                  <a:srgbClr val="ACACB4"/>
                </a:solidFill>
                <a:latin typeface="Instrument Sans"/>
              </a:rPr>
              <a:t>  -  session history - gone on /clear</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Long-term</a:t>
            </a:r>
            <a:r>
              <a:rPr sz="1400" b="0">
                <a:solidFill>
                  <a:srgbClr val="ACACB4"/>
                </a:solidFill>
                <a:latin typeface="Instrument Sans"/>
              </a:rPr>
              <a:t>  -  CLAUDE.md + auto memory - loads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disable per project in settings.json.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 second task.</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Both entangle.</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lost.</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Two clean sessions.</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Break-glass only - when something is actually broken, not a daily habit.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asks what you missed.</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safe-checked, pauses on risk</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at all</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Your standards, taught.</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Many agents, in production.</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