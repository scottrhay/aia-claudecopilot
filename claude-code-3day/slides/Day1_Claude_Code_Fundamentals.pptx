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2 min) SAY: Four surfaces, one engine. The terminal CLI is the core experience - everything we do today works there, and it's what this course teaches, because it's the canonical surface where features land first. The VS Code extension bundles the CLI - there's no separate install step, and you get the agent in a panel next to your editor. The desktop app is a visual interface for the terminal-averse - if you have teammates who never open a shell, this is their door in; it's been on Linux in beta since late June. And the JetBrains plugin works, but note the caveat on the slide: it needs the CLI already on your PATH, so the terminal install comes first anyway. My advice for today: stay in the terminal even if it's not home, because seeing the raw loop teaches you what the prettier surfaces are hiding. ASK: Quick chat answer - where do you live day to day: terminal, VS Code, or JetBrains? expect: mostly VS Code and JetBrains, a terminal minority. SAY-NEXT: However you run it, you're starting sessions - and sessions have an anatomy worth two minutes of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One keystroke - Shift+Tab - rotates through four permission modes; watch the mode indicator in the terminal as you cycle. Default: ask before acting - every file edit, every command needs your yes; maximum oversight, and the right home for day one and for unfamiliar repos. AcceptEdits: file edits are auto-approved, but commands still gate - for when you trust the editing but want a hand on anything that executes. Plan: explore before acting - Claude reads, searches, and proposes an approach, but touches nothing until you approve the plan; remember the creator's own rule from this morning: plan mode for ANY non-trivial task. Auto: acts alone inside guardrails - the July addition, and the next two slides are entirely about what makes it safe. The principle: match mode to trust and task, not to mood - the mode question is really 'how much do I trust this session, in this repo, on this task?' ASK: Which mode for a refactor in an unfamiliar codebase? expect: Plan - explore first, execute after review; anyone who says Auto gets asked what they'd want denied first, which is a perfect segue. SAY-NEXT: Auto mode only earns its keep because of what sits underneath it - here's the machinery.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2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25.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5.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