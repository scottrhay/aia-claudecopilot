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back - day two of three. Yesterday you learned to drive one agent well: the loop, the context window, memory. Today has one job, and I will say it plainly: you are going to teach Claude your standards. By four o'clock, every one of you leaves with four working artifacts. A model-invoked skill - that is a playbook Claude loads on its own when your prompt matches it. A security hook - a script that runs automatically and can block a dangerous action before it happens. A human-invoked skill - a workflow you fire deliberately with a slash command. And a validated plugin - all of it packaged so a teammate can install it with one command. Nothing today is theory; everything ends up committed in your own toolkit repo. ASK: To warm up, in chat: name one thing Claude did yesterday that you wish it just knew, without being told. expect: formatting rules, project conventions, review standards. SAY-NEXT: Hold on to that wish, because that is literally what we build today. Here is how the day is laid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the shape of the day. We run nine to four, with two ten-minute breaks - 10:30 and 2:20 - and lunch from 12:10 to 12:55. Five blocks. Block one, skills: what they are, how they trigger, where they live. Block two, hooks and human-invoked skills - hooks are the enforcement layer, and we will spend real time on payloads and blocking. Block three, advanced skill systems: evals - automated tests for AI behavior - run variance, and A/B benchmarking. Block four, plugins and marketplaces: packaging and shipping with real versioning. Then a twenty-minute close. The arc in one sentence: encode your knowledge, enforce your rules, prove it works, ship it to the team. Four labs, one per block, each adding a piece to the toolkit repo you started yesterday. [CRESCENDO L1] ASK: Thumbs-up in chat if your Day 1 dashboard project still runs - anyone need a recovery checkpoint? expect: most thumbs up; one or two need the checkpoint repo - point them to it now. SAY-NEXT: Before block one, here is exactly what you will be able to do by four o'clock.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Five capabilities, and every one maps to a lab today - nothing on this list is theory. First, write a skill: a SKILL.md file with a description that triggers reliably - the description is the line Claude reads to decide when to load your playbook. Second, wire a hook: specifically a PostToolUse hook - meaning it fires right after Claude uses a tool - enforcing a rule on every action. Third, build a human-invoked skill: an explicit slash-command workflow that takes arguments through a variable called dollar-ARGUMENTS, with model invocation disabled so Claude can never fire it on its own. Fourth, prove it works: an eval loop plus an A/B benchmark against raw Claude - we do not trust vibes today, we measure. Fifth, ship it: package the whole toolkit as a plugin on a team marketplace. Look at that last row again - you end today with your own extension installed from a marketplace, exactly the way your team would consume it. ASK: Which of these five would save your team the most time this quarter? expect: hooks for enforcement, or skills for review standards. SAY-NEXT: Quick look at where today sits in the three-day arc, and then we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 three-day arc on one slide. Day one, you learned to drive one agent well - the loop, context, memory. Those skills work with any project, anywhere. Day three, we multiply: MCP - the protocol for connecting Claude to external tools - plus subagents and CI/CD. But today is the hinge of the course. Day two is where Claude stops being generic and starts being yours: skills, hooks, plugins - your standards, encoded. And the order matters: day three orchestration only pays off if the standards you encode today are solid. There is no point running five agents in parallel if none of them know your rules. One practical note: everything today lives in the same business-dashboard project from day one, and it all travels with the repo. That is deliberate - standards that live in git are standards the whole team actually gets. ASK: What is a standard your team enforces today only through code-review comments - a human catching it every single time? expect: naming, error handling, test style. SAY-NEXT: Whatever you just thought of - by lunch you will know how to encode it. Block one: skills, the knowledge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 skills. Ninety minutes, ending in your first lab at ten o'clock. A skill is domain expertise Claude loads on demand - think of it as a playbook that sits on the shelf until the moment it is needed, then loads itself. In this block we cover four things: what a skill actually is on disk, how progressive disclosure keeps your context window lean - that is the loading trick that makes skills nearly free until used - how to write descriptions that reliably fire, and how to debug the ones that do not. The objective on screen is the bar: by the end of this block you can write a SKILL.md that triggers reliably, using a pushy description, the one-level-deep rule, and progressive disclosure. All three of those phrases will make sense within twenty minutes, I promise. ASK: One-word answer in chat - what repetitive instruction do you paste into Claude most often? expect: review checklists, formatting rules, test patterns. SAY-NEXT: First, the anatomy - a skill is a folder, not a prompt.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4 min) SAY: Let me kill the biggest misconception first: a skill is not a magic prompt. It is a folder with a playbook inside. Three parts, left to right on the slide. First, SKILL.md - the contract. It has two halves: YAML frontmatter at the top - a few lines of metadata, including the trigger - and a markdown body underneath, which is the playbook: what to do, in what order, what good looks like. Second, the folder around it: a scripts directory for code the skill can run, a references directory for checklists and templates - Claude reaches for these on demand. Third, the trigger: the description line in the frontmatter. Claude reads that one line to decide when the whole thing loads. Here is the framing that makes skills click for most people: a skill is a standard operating procedure for an AI agent. If you have ever written an SOP for a new hire - the task, the order, the quality bar - you already know how to write a skill. ASK: Think of a task you explain to every new hire - could you write it as an SOP? expect: yes - code review, release steps, onboarding. SAY-NEXT: The loading mechanism is the genuinely clever part - it is called progressive disclosure.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(9:13, 3 min) SAY: Progressive disclosure is why skills are cheap, and these four stages are the whole mechanism. At session start, Claude scans your skills but loads only the one-line descriptions - that is the Scan stage, and it costs almost nothing. Match: your prompt comes in, and Claude checks whether it fits one of those descriptions. Load body: on a match, the playbook enters context - now you are paying for it, because now you need it. Reach deeper: if the body points at a reference file, Claude fetches it only then. So the layered picture is summary, then process, then knowledge - and each layer costs tokens only when it is actually needed. A question I get every time: how many skills can I have before it hurts? Answer: many - idle skills cost you one line each; it is only the descriptions that are always resident, never the bodies. ASK: So why not just paste all your standards into CLAUDE.md? expect: context bloat - CLAUDE.md loads every session whether it is needed or not; skills load on demand. SAY-NEXT: Exactly right. So what actually goes in the file? Here are the current frontmatter fields.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3 min) SAY: Four fields, and I want to be precise: this is the July 2026 documented set. The name field: a kebab-case identifier - lowercase with hyphens - and it becomes the slash invocation, so a skill named code-review can be invoked as /code-review. The description field: the trigger - Claude reads this line to decide when to load the skill, and it gets its own slide next. Then two control surfaces. Disable-model-invocation: set it to true and only a human can invoke the skill - Claude never auto-loads it; use it for anything with side effects. And allowed-tools: least privilege - a review skill gets Read, Grep, and Glob only, which means a read-only skill physically cannot break anything. Name and description are required; the other two are optional, but they are where the safety lives. Now the strip: keep the body between fifteen hundred and two thousand words of process. Anything bulky - long checklists, style guides - goes into the references folder, and the body points at it. Point, do not dump. ASK: Which field do you think most skills get wrong? expect: the description - and that is the next slide. SAY-NEXT: Right - the description deserves its own set of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(9:19, 3 min) SAY: Here is the hard truth about skills: most skills that fail never load at all. The playbook can be perfect - if the description does not match what people actually type, it just sits there. Claude is conservative about loading skills, so vague descriptions never fire. Three rules, one per card. Be explicit: put five to seven trigger phrases in the description - the actual words users type, not the tidy words you would write in documentation. Set boundaries: add negative triggers, literally the words do NOT use for such-and-such - so your review skill does not hijack unrelated prompts. And test five phrasings: before you trust a skill, ask for it five different ways; if three or more fail to fire, rewrite the description. Read the caution strip with me: trigger failure is the number-one reason skills never fire - the description is the single most important line in the file. If someone asks whether Claude matches keywords exactly - no, it is semantic matching, but overlap with real user phrasing is still what makes it reliable. ASK: What phrase would YOUR teammates actually type when they want a code review? expect: review this, check for bugs, QA this - rarely the words you would guess. SAY-NEXT: Enough talk - let us write one together. Paste this.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5 min) SAY: Follow-along time - everyone types. Take the first prompt on the right, paste it into your own Claude Code session, and watch it scaffold a real skill at .claude/skills/code-review/SKILL.md, with trigger phrases and read-only tools. You have three minutes. While it builds, notice the four things you are practicing on the left: one skill scoped to one job, a description with real trigger phrases, least-privilege allowed-tools, and - this one matters - saying the phrase current project directory. Without that phrase, Claude sometimes writes the skill to your global ~/.claude folder instead of the project, and then your teammates never see it and you spend ten confused minutes wondering where it went. When the file exists, run the second prompt: make Claude explain its own scaffolding, field by field - it is a surprisingly good teacher about its own format. [CRESCENDO L3] ASK: Everyone paste your generated description line into chat. I will pick two and we critique them together - would these fire reliably? expect: about half are too vague - which is exactly the teaching moment. SAY-NEXT: Descriptions decide WHEN a skill loads. Next question: what belongs in the body versus a script.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First real design decision of the day: instructions or scripts? The rule is clean. Anything that needs judgment or language lives in the markdown body - rewriting in brand voice, categorizing, reviewing. Claude adapts those instructions to context, and that flexibility is the point. Anything that needs precise, repeatable computation belongs in a script inside the skill's scripts folder - parsing, math, file operations. Claude runs the script; it does not rewrite it, so the output is deterministic - same input, same output, every time. And that is the tell to remember: if the same input must always produce the same output, that is a script. If the output should flex with the situation, that is instructions. The best skills use both - scripts crunch, instructions judge. Common question: what language do the scripts have to be? Whatever the machine runs - bash and Python are typical - and the body tells Claude when to call them. ASK: CSV cleanup with fixed header rules - which side? expect: script, because determinism matters. SAY-NEXT: One more structural rule keeps skills fast and reliable - the one-level-deep rule.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The one-level-deep rule, four steps on screen. Step one: the body holds process - steps only. Step two: the references folder holds knowledge - checklists and templates. Step three is the one that bites: never nest. A reference file must not point at another reference file. Here is why: Claude truncates nested reads - when a reference points deeper, the content at the bottom silently disappears. You will not get an error; you will get a skill that mysteriously ignores half its checklist, and you will blame the wrong thing. So the structure is exactly two levels: body points at references, references contain the content, full stop. Step four: compress. Before any knowledge goes in, extract only what the skill actually needs. Say the mantra with me: point, do not dump - the body points at knowledge, it never contains it. ASK: Your team wiki page is eight thousand words - what do you do before adding it to a skill? expect: compress it down to just what the skill needs, then put that in references. SAY-NEXT: Structure sorted. Now five craft principles that separate skills that hold up from skills that quietly rot.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Five design principles that hold up over time. Single responsibility: one skill, one job - never review AND refactor AND document in one skill; split them. Build a gotchas section: every time Claude trips over something in your codebase, the fix goes into the skill - over months, that becomes the highest-signal content you own, because it is failure-tested. Do not state the obvious - and this is the one to sit with: Claude already writes decent code. A skill that repeats generic best practice adds token cost without changing behavior. Encode only what pushes Claude OUT of its defaults - the things that are uniquely yours. Do not railroad: give goals and constraints, not micromanaged steps - over-prescription makes a skill brittle the moment reality shifts. And run it five times: if the output is inconsistent, your instructions are ambiguous - tighten them and rerun. ASK: Which of these five surprises you most? expect: do not railroad - people assume more prescription means more control, but it actually makes skills brittle. SAY-NEXT: So what are people actually building? Anthropic catalogued hundreds of its own internal skills - here is what the landscape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Anthropic catalogued hundreds of skills in internal use, and they cluster into nine types across the three families on screen. Knowledge skills teach: library and API references, domain patterns, docs generation - they make Claude fluent in your stack. Verification skills check: output checking, product verification, eval harnesses - they make Claude trustworthy. Workflow skills do: formatting, automation, review pipelines, reporting - they make Claude productive. Read the green strip with me: verification skills repay a full engineering week - because they make every OTHER skill's output trustworthy. A verification skill is a force multiplier: build one, and every workflow skill you own gets checked by it. That is the family teams consistently underinvest in, and the one Anthropic says pays best. If someone asks which type the morning's code-review skill is - it is a workflow skill with a verification flavor, which is why it is such a good first build. ASK: Which family would you build first for your codebase? expect: workflow - and I will push back gently: verification multiplies everything else you build. SAY-NEXT: Wherever you build them, here is the part that surprises people - one skill now travels across every Claude surface.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2 min) SAY: One skill, every surface - this table is the portability story. SKILL.md is now a cross-platform standard. The exact file you write in this morning's lab works in four places without changes. In Claude Code, the .claude/skills folder is scanned automatically at session start - placement IS the install step; there is no registration command. On Claude.ai, the same SKILL.md format uploads to the web app, so non-developers on your team can use the same playbook. In the Agent SDK - Anthropic's kit for building your own custom agents - you wire the same skills folder into your agents. And in plugins, skills get bundled and installed from a marketplace, which is this afternoon's final block. Write once, run on every surface. ASK: Why does one format across surfaces matter for a team, not just for you? expect: write once, standardize everywhere - the review standard in Claude Code is identical to the one in the web app, no per-tool rewrites, no drift. SAY-NEXT: Same file, but WHERE you put it changes who gets it - placement is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(9:41, 3 min) SAY: Same file, three homes - and each home has a different blast radius. Walk them left to right as a maturity path, not three equal options. Personal: ~/.claude/skills, in your home directory - follows YOU into every project. That is your private draft space. Project: .claude/skills inside the repo - it is in git, so the whole team gets it on clone. That is team law. Plugin: installed from a marketplace - versioned, read-only for consumers, and it can cover many repos at once. That is fleet law. The strip is the promotion path every good skill follows: prototype personal, promote to project when the team needs it, ship as a plugin when many repos do. And name the trade honestly: the wider the home, the higher the review bar before something goes there - nobody wants an untested hook shipping fleet-wide. Common question: can the same skill exist in two homes? Yes, and the more specific one wins - which is also a debugging gotcha worth remembering. ASK: The code-review skill you are building - which home does it start in, and which does it end in? expect: starts project, since the lab repo is shared - ends as a plugin once other repos want it. SAY-NEXT: And when a skill refuses to load at all,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(9:44, 3 min) SAY: When a skill will not load, work this list top to bottom - it is ordered by likelihood. The red row is the culprit nine times out of ten: the description is too vague - no overlap with the prompt - so sharpen the triggers first, always first. Second: wrong location. The path must be exactly .claude/skills/, then a folder named for the skill, then SKILL.md inside it - not the project root, not nested deeper. One typo in that path and the skill is invisible. Third: context nearly full - late in a bloated session, skills may not load at all; run /context to check how much room is left. Fourth: watch the matching live - claude --debug shows which skills were considered for your prompt and why they were or were not chosen. And read the strip: /doctor now flags unused skills - that is part of the version 2.1.116-plus overhaul - so it will name the skills that never fire, and it can auto-fix some issues. ASK: A skill fires on your machine but not your teammate's - first thing you check? expect: location, and whether it was actually committed to git. SAY-NEXT: Enough theory - watch me build one live, and then break it on purpose. One more failure mode that bites power users with many plugins: the listing budget. Claude Code injects every skill's name and description into context so matching can happen - that listing is budgeted at roughly one percent of the model's context window. Overflow it and Claude Code silently drops the descriptions of your least-recently-used skills - the names stay, but auto-triggering dies, because Claude can't match a description it never sees. Run /doctor to see the listing's cost and biggest contributors. Fixes, in order: uninstall plugin packs you don't use, raise skillListingBudgetFraction in settings - 0.02 doubles it - or mark low-priority skills name-only via skillOverrides. If someone asks how they'd ever notice, the answer is: a skill that used to fire just quietly stops - which is exactly why /doctor and /context are your first stops, not your last. (verify at delivery - budget fraction and setting names from the current skills doc.)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(9:47, 7 min) SAY: Live demo - build a skill, watch it fire, then break it. DEMO SETUP: I have the business-dashboard project open in Claude Code with a clean session, and src/routes/tasks.js visible in the editor. STEPS: Step one - I paste the creation prompt from the previous slide: Create a skill at .claude/skills/code-review/SKILL.md in the current project directory, with the trigger phrases and read-only tools - and we watch Claude scaffold the folder and file. Step two - I run: Review the code in src/routes/tasks.js - and I will point at the skill-activation line in the transcript so you see the moment it loads. Step three - I edit the description down to just the words reviews code, restart the session, run the same review prompt, and it no longer fires. Then I run /doctor and it flags the unused skill by name. EXPECTED: structured findings with the checklist format in step two; silent failure in step three; /doctor names the culprit. RECOVERY: if anything misbehaves, I copy in the pre-built skill from the instructor repo checkpoint and rerun - and if /doctor output differs from what I described, I show the saved screenshot from the runbook instead. ASK as debrief: What would change if this skill were shared with your whole team through git? expect: the description has to match everyone's phrasing, not just mine. SAY-NEXT: Before your lab - three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(9:54, 2 min) SAY: Three lines to keep - this is the recap beat, so let me read them slowly. One: a skill is an SOP for an AI agent - process in the body, knowledge in references. If skills ever feel abstract again, come back to that line; it is the framing that makes the whole model click. Two: the description is the trigger - vague descriptions never fire. That single sentence will save you an hour of debugging this week, because activation failure is the number-one skill problem and the fix is almost always one line. Three: encode only what pushes Claude out of its defaults. Your skill is valuable exactly where your standards differ from generic good practice - everything else is token cost with no behavior change. Nothing new on this slide, and that is deliberate - if you remember nothing else from block one, you remember these. ASK: Which of the three lines goes on your team's wall? expect: the description line - it is the one that hurts when ignored. SAY-NEXT: Quick knowledge check to make sure block one stuck, then it is your turn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(9:56, 3 min) SAY: Block one review - four questions, and I will cold-call before I confirm, so think before you shout. ASK, cold-call, one at a time: Question one: the two parts of every SKILL.md? Answer: YAML frontmatter on top and the markdown body - the trigger and the playbook. Question two: which field drives auto-invocation? Answer: the description field - that is where the trigger phrases live, and it decides whether the skill ever loads. Question three: what stops Claude auto-loading a skill? Answer: disable-model-invocation set to true - that makes it human-only. This is the one the room forgets in the lab, so if it stalls, I will ask it twice and give the hint that it is a frontmatter field. Question four: state the one-level-deep rule. Answer: references must never point at other references, because nested reads get truncated and content silently disappears. expect: strong answers on one and two, hesitation on three, and someone will say point-do-not-dump on four - accept it. SAY-NEXT: That is the theory locked in. Thirty minutes, your own skill, in your own repo - Lab 2A.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 min + 30 min lab) SAY: Lab 2A - build your first skill. Here are the cues. Deliverable: a working code-review skill in your toolkit repo - SKILL.md plus a references checklist. Timebox: thirty minutes; we reconvene at ten-thirty sharp for the break. Success checklist, on screen: the skill fires on three different phrasings, /doctor shows it as used, and it is committed to git. If you fall behind: drop the references folder and ship the skill alone - the minimum artifact is the skill firing on one phrasing. Everything you need is in the lab guide; the paste-this prompt from earlier is your starting point. I will walk the room during the build - and I will tell you now, the common sticking point is the description, so if your skill will not fire, that is the first line to fix, and wave me over. [CRESCENDO L3] ASK at debrief, when we regroup: two volunteers - share your trigger phrases and one phrasing that failed. expect: real phrasings are shorter and messier than the ones you drafted - that is the lesson landing. SAY-NEXT: After the debrief we break, and then hooks - the layer that stops suggesting and starts enforcing.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break) SAY: That is block one - take ten, back at 10:40 sharp. When you return: hooks. Skills suggest your standards; hooks enforce them on every single action Claude takes - no drift, no forgetting. And if your Lab 2A skill did not fire, grab me during the break for a description tune-up before block two starts - it is usually a two-minute fix. SAY-NEXT: When we return - the enforcement layer.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 block two: hooks and human-invoked skills, ninety minutes ending in Lab 2B. Here is the line that organizes the whole block: skills provide reusable workflow context - hooks enforce deterministic behavior. Deterministic means it happens every time, no model judgment involved - a script fires and the rule holds whether Claude agrees or not. We will cover the current thirty-one-event model - the lifecycle points where hooks can fire - the five handler types, the production hook patterns every team ships, and the current skills-based replacement for custom commands, including how to keep dangerous workflows human-triggered. The objective on screen is concrete: read the JSON payload on stdin, choose advisory versus blocking exit codes, scope hooks with matchers and placement, and control commands with frontmatter. Every one of those terms gets defined as we go. ASK: Set the stakes for me - what must Claude NEVER do in your environment, no matter how convincing the prompt? expect: expose secrets, push directly to main, skip required checks. SAY-NEXT: Hold your answer - by the end of this block you will know how to make it physically impossible. First, what hooks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What hooks actually are: deterministic scripts wrapped around Claude's actions. Three jobs, one per badge. Observe: log and audit everything Claude does - an audit trail of every file touched and every command run. Enforce: block dangerous actions BEFORE they run - not a warning after the damage, a stop before it. Automate: format, test, notify after every change - cleanup that just happens. Now the core property, and this is the sentence compliance teams need to hear: hooks are deterministic scripts, not model judgment. When a hook exits with code 2, the action is blocked every single time - one hundred percent, not ninety-nine. That is why conversations with security and compliance end here: you can put your no-secrets rule in CLAUDE.md and the model will usually honor it - or you can put it in a hook, and it is enforced like a firewall rule. ASK: So why is a hook stronger than a CLAUDE.md rule? expect: CLAUDE.md is advice the model can drift from under context pressure; a hook is code that always runs. SAY-NEXT: To use them you need the lifecycle - where exactly a hook fires.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How a hook fires - four stages, and I will trace them with the audit-log example we build in the demo. Stage one, the event: one of thirty-one lifecycle points - here, PostToolUse, meaning right after Claude used a tool. Stage two, the matcher: a regular expression that picks which tools you care about - here, was the tool Write or Edit? If no match, nothing runs. Stage three, the handler: your script runs, and it receives everything it needs as JSON on standard input - stdin, the stream a script reads when data is piped to it. Stage four, the exit code: the number your script returns when it finishes - zero allows the action, two blocks it. Burn in the data contract now, because it is the number-one hook-writing mistake: hook data arrives as JSON on stdin, NOT in environment variables. Every bash handler starts the same way: json equals dollar, open parenthesis, cat, close parenthesis - capture stdin - then jq pulls out the fields. ASK: Which of the four stages makes hooks safe to roll out gradually? expect: the matcher - scope to one tool first, widen later. SAY-NEXT: Let us look inside that JSON payload, because your script is only as good as what it reads.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3 min) SAY: The payload - this is what your hook script actually receives on stdin, field by field. Session underscore id and cwd: which session fired and from which working directory - useful for logs that cover many projects. Hook underscore event underscore name: which lifecycle event triggered you - so one script can serve several events. Tool underscore name: the tool Claude is using - Write, Edit, Bash, and so on; this is what your matcher already filtered on. Now the money field: tool underscore input. It carries the exact arguments - the command about to run, the file path, the content about to be written - BEFORE the action happens. That is exactly what the lab's secret blocker inspects: the content, before it lands on disk. And tool underscore response: what the tool returned - which only exists on PostToolUse, after the fact. That asymmetry is the design rule: blocking logic lives in PreToolUse, reactions live in PostToolUse. The last row is real, not decoration: these field names are documented as of July 2026 and get re-checked at the morning-of gate - (verify at delivery). Mechanics once more: json equals dollar-paren-cat-close-paren, then jq dash r pulls fields. ASK: An audit log needs which two fields? expect: tool underscore name plus the file path inside tool underscore input. SAY-NEXT: Your script has read the payload - now what it says back: events and exit codes.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Thirty-one events sounds like a lot, so let me be honest about proportions: the first row - PreToolUse and PostToolUse - covers ninety-five percent of everything you will ever build, and the lab uses exactly those two. Validate before the action, react after it. The rest of the map is worth knowing by name. SubagentStart and SubagentStop wrap delegated work - scoping rules per subagent, which is a Day 3 pattern. TeammateIdle, TaskCreated, TaskCompleted are team and task lifecycle signals for orchestration. WorktreeCreate and WorktreeRemove fire when parallel working copies appear and vanish. PreCompact and PostCompact let you save and restore state around context compaction - that is when Claude squeezes its context window down to keep going. And PermissionRequest and PermissionDenied let you route, log, or auto-triage permission prompts. The strip says it straight: thirty-one events in the current hook reference - learn the high-value pairs, and the printed handout carries the full map, so nobody memorizes tonight. ASK: Which new event pairs with the compaction pain you hit in Day 1 Lab 1C? expect: PreCompact - save your state before the squeeze. SAY-NEXT: An event needs a handler to run - and there are now five handler types to choose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3 min) SAY: Five handler types - five different things that can run when an event fires. Command: a shell script - JSON on stdin, exit code decides. This is the classic, it is deterministic, and everything in today's lab is a command handler - deliberately. HTTP: POST the event to an endpoint - this is how platform teams ship telemetry from every developer laptop to one central service. MCP tool: invoke a tool on an MCP server as the handler - reuse integrations you already run. Prompt: ask a model to make the call - useful, but non-deterministic by definition. Agent: run an agentic verifier with tool access - multi-step judgment, like actually checking whether tests pass before allowing a merge. Now read the caution strip with me, because this is the security line of the day: prompt handlers reintroduce model judgment. A security rule enforced by a prompt handler is a suggestion again. Keep hard security rules in command handlers with exit codes - deterministic in, deterministic out. ASK: So when IS a prompt handler the right choice? expect: fuzzy judgment calls - tone, risk triage, style - never hard blocks. SAY-NEXT: Every handler ends by answering one question: advisory or blocking? That decision gets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 3 min) SAY: Advisory or blocking - the exit-code decision, the highest-stakes two numbers of the day. Exit code 0: advisory. The hook logs, warns, formats - the message is shown, and the action proceeds. Exit code 2: blocking. The action stops BEFORE it runs, and whatever your script wrote to stderr - the error output stream - goes back to Claude. The property most people miss: that stderr reason is not for the human - it is fed to Claude, and Claude reads it and adjusts course. Block a hardcoded API key with the reason 'secrets must use environment variables,' and Claude rewrites the code using process.env on its own. You will see that feedback loop live in Lab 2B - it is the money moment of the block. The rollout discipline: every enforcement hook lives as advisory first - exit 0 plus a warning - until you trust its false-positive rate; then it gets promoted to exit 2. One advanced note to mention: a handler can also print a structured JSON decision object on stdout - a deny plus a reason string - for finer control than a bare exit code. Exact shape, and the 0-allow 2-block semantics themselves, get re-verified at the morning-of gate - (verify at delivery). [CRESCENDO L1] ASK: Thumbs-up if a blocking CI gate has ever saved you from yourself. expect: most thumbs. SAY-NEXT: Enforcement needs aim - matchers and placement.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Every hook has two dials. Dial one: WHAT it watches - the matcher, a regular expression tested against the tool name. Write pipe Edit matches file changes; Bash matches shell commands. It is exact and case-sensitive - write lowercase does not match Write - and an empty matcher means every tool, everything. Dial two: WHERE the hook is registered, which sets its reach. User-level: ~/.claude/settings.json - follows YOU across all projects. Project-level: .claude/settings.json in the repo - travels with git, so the whole team runs it. Plugin-delivered: ships inside an installed plugin - fleet-wide enforcement across many repos. Recognize this ladder? It is the same personal-project-plugin ladder from the skills placement slide, and the same promotion discipline applies: a hook that blocks belongs at project or plugin scope only after its advisory phase proved the false-positive rate. The strip is the rollout rule: start narrow - one matcher, one project - and widen only once the hook has earned it. ASK: Your secret blocker - which matcher on day one, Write or empty? expect: Write - narrow first; and the lab will show you exactly why Edit needs adding on day two. SAY-NEXT: Now the cheat-sheet moment - which event for which job.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2 min) SAY: This is the photograph slide - the same table ships in your printed quick reference, so nobody needs to transcribe; just absorb it. You need to block a dangerous command: PreToolUse, because exit 2 there stops the action before it runs - blocking only works BEFORE. You need to auto-format after edits: PostToolUse with a Write pipe Edit matcher - react to the change once it lands. Those first two rows ARE the lab, so look at them twice. You need to load context at session open - say, the sprint board or the team conventions: SessionStart. You need to save a summary when work ends: Stop or SessionEnd. And you need to audit permission prompts - who asked for what, when: PermissionRequest. The pattern behind the whole table: before-events can block, after-events can react, session-events can set up and tear down. If you can say that sentence, you can derive the table. ASK: Your team wants every Claude session to open with the sprint context already loaded - which row? expect: SessionStart. SAY-NEXT: Now three production patterns you can copy wholesale - the hooks every team ships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3 min) SAY: Three hooks every team ships - copy these, they cover audit, hygiene, and visibility, and they are a maturity path in themselves. Start with the audit log: PostToolUse, empty matcher - so it sees every tool - writing timestamp, tool name, and file to a log line. It is the safest first hook you can possibly write because it only observes; it cannot break anything, and it gives your security team the compliance trail they will ask for anyway. Second, auto-format: PostToolUse on Write pipe Edit, running prettier or black based on file extension. This is the invisible-CI pattern - it ends the please-run-prettier review comment forever, because formatting simply happens. Third, notification: a Bash matcher watching for deploy or push commands, firing a webhook to Slack or Teams - the team sees high-impact commands as they happen. The strip is the shared skeleton for all three, so learn it once: handlers read JSON from stdin - json equals dollar-paren-cat, then jq dash r dot tool underscore name - never environment variables. Same skeleton, three different bodies. ASK: Which of the three would your security team ask for first? expect: the audit log - the compliance trail. SAY-NEXT: Whatever you build, four rules keep hooks from hurting you.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Fail-safe hook discipline - four rules, and they exist because a bad hook degrades every single action Claude takes. Fast: under one second, always. Hooks run synchronously - Claude waits for your hook to finish before proceeding - so a two-second hook makes everything feel slow. The /doctor overhaul now detects and flags slow hooks for exactly this reason. Focused: one hook, one concern - do not build a mega-hook that formats, logs, and blocks; you cannot debug it and you cannot promote its pieces separately. Fail open: exit 0 on unknown tools. This is the safety philosophy in one line - never block what you do not understand. And stderr only: your messages go on the error stream, never stdout, because stdout is part of the protocol - remember, structured decision objects can travel there - and stray prints will confuse it. ASK: Why fail open rather than fail closed on unknown tools? expect: a fail-closed hook bricks every session the day a new tool ships - and someone will be on vacation when it does. SAY-NEXT: Now step back - you have three layers of control today; here is how they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2 min) SAY: The three-layer stack - this is the day's central architecture, so give it a full beat. Layer one, CLAUDE.md: the contract - context and conventions. It shapes behavior, but it can be ignored under context pressure; it is advice. Layer two, skills: the execution path - HOW work gets done, loaded on demand. Powerful, but a skill cannot block anything. Layer three, hooks: the hard boundary - rules that cannot drift, because they are code, not judgment. Each layer covers the failure mode of the one above it - and that gives you a diagnostic method: when something breaks, ask which layer failed. Wrong convention? Contract layer. Wrong process? Skill layer. Something dangerous got through? That rule needed to be a hook. And here is the enterprise line to deliver slowly: in a compliance review, the AI said it was safe is not a defense. Exit 2 is deterministic; model judgment is not. ASK: Your team's no-secrets-in-code rule - which layer does it belong in? expect: hooks for enforcement, with CLAUDE.md stating it for context - both, but the guarantee comes from the hook. SAY-NEXT: Let me build that enforcement live - the audit hook,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6 min) SAY: Live demo - the audit-log hook, wired and fired. DEMO SETUP: business-dashboard project open, .claude/hooks folder created, split terminal running tail dash f on .claude-audit.log. STEPS: Step one - I paste in audit-log.sh: it captures stdin with json equals dollar-paren-cat, pulls tool underscore name and file underscore path with jq, and appends a timestamped line. Then I register it in settings.json under PostToolUse with an empty matcher - every tool. Step two - I prompt Claude: add a comment header to src/utils/helpers.js - and we watch the log line appear in the tail pane within a second of the edit. Step three - I add a PreToolUse hook matching Bash that exits 2 on rm dash rf, then prompt Claude to clean the temp folder with rm dash rf - and we watch the block. EXPECTED: the audit line lands in step two, and in step three the dangerous command is refused, with the hook's stderr reason visible - and notice Claude reading that reason and proposing a safer cleanup. RECOVERY: if it misbehaves, I switch to the pre-wired branch - git checkout hooks-demo - and rerun; and if jq is missing on this machine, I use the node variant from the runbook. ASK as debrief: What would change if you wanted this hook only for one subagent? expect: register it at the subagent level - that is a Day 3 pattern. SAY-NEXT: From enforcement to invocation - custom commands, which are now skills.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(11:16, 2 min) SAY: A short but important housekeeping slide: custom commands are skills now. The two systems merged. What that means in practice, card by card. Recommended: new reusable workflows go in .claude/skills - a skill named review becomes /review automatically; slash invocation comes free with every skill. Legacy compatible: your existing .claude/commands/review.md files still work - nothing breaks, no migration panic - but the old form has fewer features: no supporting files, no invocation controls, no automatic discovery. Human-only when needed: disable-model-invocation true is the field that keeps deploy and release workflows explicit - a human types the slash command, or it does not happen. And dollar-ARGUMENTS still works exactly as before for passing input. If your team has a commands folder today, the guidance is: leave it, it works - but build new things as skills, and migrate old commands opportunistically when you next touch them. ASK: Which workflow in your world must remain human-triggered, no matter how smart the model gets? expect: deploy, release, anything with side effects on production. SAY-NEXT: Let us build exactly that - a human-invoked skill, hands on keyboards.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4 min) SAY: Follow-along - a human-invoked /test-this skill, and everyone builds it. Paste the first prompt: it creates .claude/skills/test-this/SKILL.md with name test-this, disable-model-invocation true, tools Read, Write, Edit, and Bash, and a body that says write and run tests for dollar-ARGUMENTS, covering happy path, edges, and errors. Three minutes. While it scaffolds, look at the left column - three things you are practicing: a SKILL.md with real frontmatter, the disable-model-invocation flag that makes this skill wait for a human, and dollar-ARGUMENTS as the placeholder that receives whatever you type after the slash command. Then invoke it with the second line: /test-this src/utils/helpers.js - and watch dollar-ARGUMENTS resolve to that file path inside the prompt. That is the whole parameterization model in one moment. Reminder as you type: this is the merged world - commands became skills; the legacy .claude/commands path still works but is not the recommended form for new work. ASK: What is one daily workflow you would wrap as a slash command this week - shout it out. expect: test generation, standup summary, PR description. SAY-NEXT: Dollar-ARGUMENTS is the simplest of four input mechanisms - here is the full set, and the power curve.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Four ways to get input into a command-style skill, in increasing order of power. Dollar-ARGUMENTS you just used: everything typed after the slash command, as one string. Positional dollar-1, dollar-2: split parameters - /fix-issue 429 high gives you dollar-1 equals 429, dollar-2 equals high; now one command is a parameterized tool with slots. At-file references: put at-sign filename in the body and that file's content is pulled straight into the prompt. And the sleeper: bang-backtick command injection - a shell command inside the body runs FIRST, and its output lands in the prompt before Claude ever sees it. The killer example: a /pr-summary command that injects the output of git diff - so the prompt arrives pre-loaded with live state, and Claude summarizes what actually changed, not what it guesses changed. Now the caution strip, twice, because it matters: first, this syntax is per the July 2026 docs and gets re-verified at delivery - (verify at delivery). Second, injected shell output is untrusted input - a command that injects arbitrary output deserves the same security review as a hook. ASK: What live state would YOUR daily command inject? expect: git diff, test results, the sprint board export. SAY-NEXT: Inputs covered - now the frontmatter fields that control what a command may touch and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Three frontmatter controls on command-style skills, and each one is a dial your team should be turning. Allowed-tools: the least-privilege story again - a /review command that can only Read and Grep physically cannot modify a file, so grant the minimum. Model: pin a specific model per command - and this is the economics dial almost nobody uses. A changelog formatter does not need your premium reasoning model; pin the fast, cheap one, and that command gets faster AND cheaper on every single run. Rule of thumb: mechanical transformations get the cheap model, judgment calls keep the default. And disable-model-invocation: the human-only gate - deploy and release skills never fire on the model's initiative, period. One more field worth a sentence: there is a one-line description field that drives /help discovery, so teammates can find what you built. Honesty beat, per the strip: allowed-tools and model are the field names in the July 2026 skills docs, re-verified at the morning-of gate - (verify at delivery). ASK: Which of your commands would you pin to the cheap model tonight? expect: formatters, summaries, commit messages. SAY-NEXT: Once you have a handful of these, patterns emerge - here are four worth stealing outright.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2 min) SAY: Four human-invoked skills worth stealing - a starter pack any team can adopt this week, and each one is a markdown file under twenty lines. /test-this you just built: generate tests for a file - happy path, edges, errors. /review: a security, performance, and style pass that returns actionable fixes, not vague concerns. /deploy-check: the pre-deploy checklist - tests green, no console.log left behind, changelog updated - the kind of list humans skip when rushed, which is exactly why it should be a command. /onboard: point it at a new codebase and get the stack, the architecture, and the entry points - day-one orientation in one invocation. Now the strip, because it hints at something bigger: a coordinating skill can invoke other skills and compile one report. That means /full-review can run three specialized passes and merge the results - orchestration without writing any code. That is the first taste of Day 3 thinking. ASK: Which of the four would remove the most friction from your actual week? expect: /review or /deploy-check. SAY-NEXT: As your library grows, one question keeps coming up - when does something deserve to stay a simple command, and when is it a full skill?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 3 min) SAY: Command or skill - the structure test decides. It stays a simple command when it is one prompt in one file, no supporting assets, a human always invokes it, and it is cheap to write and trivial to read. Do not ceremonially promote something that is fine as twenty lines of markdown. It becomes a full skill the moment any of three things happens: it needs scripts, references, or templates alongside it; Claude should discover it on its own from a description; or it needs to be shared, versioned, and eval-tested as a team asset. Then the scaling problem in the strip: at thirty commands, a flat folder is a junk drawer nobody can find anything in. Subfolder namespacing fixes it - .claude/commands/git/pr.md invokes as /git:pr - so you group by domain: git colon, db colon, deploy colon. And plugin-delivered commands arrive namespaced by plugin automatically, which is one more reason plugins scale. The exact namespace syntax is flagged - (verify at delivery) - I confirm it at the morning-of gate. ASK: How many slash commands until YOUR flat folder becomes a junk drawer? expect: ten to fifteen. SAY-NEXT: Whichever form it takes, one more decision sits on top: who gets to decide when it runs?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(11:33, 3 min) SAY: Human-invoked or model-invoked - this is the authority test, and it is simpler than it sounds. Left card: human-invoked. Set disable-model-invocation true, invoke explicitly by slash name, pass parameters with dollar-ARGUMENTS. Choose this when a human must consciously pull the trigger - deploys, releases, anything that costs money or touches production. Right card: model-invoked. Claude may load it whenever it judges it relevant, which means the description matching we drilled this morning is critical - and it is the right choice for reusable context and safe workflows: review standards, formatting rules, domain knowledge. Here is the point people miss, so say it clearly: both of these are skills. One content system, one file format, one folder. The distinction is invocation authority - who decides when it runs - not two different technologies. Get the authority wrong in one direction and Claude deploys on its own initiative; get it wrong in the other direction and your review standards sit unused because nobody remembers to invoke them. ASK: Your pre-deploy checklist - which side, and why? expect: human-invoked, because a person owns that gate and must stay accountable for it. SAY-NEXT: Quick knowledge check on the whole block, then hooks and commands together in the lab.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(11:36, 3 min) SAY: Block two review - four questions, cold-call style; the room answers before I confirm. ASK, cold-call, one at a time: Question one: what do exit codes 0 and 2 mean? Answer: 0 is advisory - the message shows, the action proceeds; 2 blocks - the action stops, and the stderr reason is fed back to Claude, which reads it and adjusts course. If you only remember two numbers today, those are the two. Question two: how does a hook receive its data? Answer: as JSON on stdin - captured with json equals dollar-paren-cat and parsed with jq, or process.stdin in node - never environment variables. Question three: name two of the five handler types. Answer: command, HTTP, MCP tool, prompt, and agent - and the follow-up worth asking the room: which one must never own a hard security rule? Prompt, because it reintroduces model judgment. Question four: command versus skill - who decides when it runs? Answer: that is invocation authority - disable-model-invocation true means the human decides; otherwise Claude may. I will aim the last one at the quietest corner of the room. expect: exit codes and stdin come back strong; handler types need a hint - give the first letter. SAY-NEXT: Theory locked. Lab 2B - hooks and human-invoked skills together, in your toolkit.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 min + 30 min lab) SAY: Lab 2B - enforcement wired into your toolkit repo. The cues. Deliverable, in order: the PostToolUse format hook; then the secret-detection hook built in two deliberate stages - advisory first, exit 0, it warns but the write still lands - then promoted to blocking, exit 2, the write stops, and watch what Claude does next: it reads your stderr reason and rewrites using process.env on its own. Nobody tells it to. That self-correction is the money moment of the day - do not miss it. Then the matcher-scoping step: prove your Write-only matcher misses the Edit tool, widen it to Write pipe Edit, retest. Finish with the human-invoked /review skill and commit everything. Timebox: thirty minutes; if behind, stop after the blocking hook works - that is the minimum artifact. Success checklist on screen: a blocked write triggers a visible self-correction, the matcher gap is found and closed, and it is all committed. [CRESCENDO L3] ASK at debrief: two volunteers - what exactly did Claude do the moment your block landed? expect: it read the reason and switched to an environment variable without being told - that is the feedback loop in action. SAY-NEXT: Then lunch - and this afternoon, we prove all of this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lunch) SAY: Lunch - forty-five minutes, back at 12:55 sharp. Here is the afternoon trailer while you pack up: this morning you built skills and hooks that work. This afternoon we prove they work - eval loops, run variance, A/B benchmarking against raw Claude - and then we package everything into a versioned plugin your whole team can install with one command. If you have a red item on your Lab 2B checklist, catch me in the first ten minutes after lunch and we will fix it together. SAY-NEXT: Back at 12:55 for advanced skill systems.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advanced skill systems, eighty-five minutes ending in Lab 2C. Name the shift with me: this morning was about building skills that exist. This block is about knowing whether they actually work - testing them like software, keeping them working as models improve underneath you, and connecting individual skills into systems that run without you gluing every step. The objective on screen: test a skill with an eval loop and an A/B benchmark, diagnose skills that will not load, and state the skill maturity model. An eval, if the word is new, is just a repeatable test for AI behavior - defined inputs, expected outcomes, a score at the end. ASK: Honest poll in chat - has anyone here ever built an automation, shipped it, and never once checked whether it was still helping? expect: most of the room, sheepishly - and that is exactly the habit this block replaces with measurement. SAY-NEXT: First, a maturity model so you can locate yourself on the map.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skill maturity model - three levels, and value compounds as you climb. Level one: the prompt - your expertise repeated from memory, re-typed every session, living nowhere. Most people stop here and re-explain their standards to Claude forever. Level two: the skill - a proper SKILL.md with references, committed to git. It exists, it loads, the team can clone it. Lab 2A got every one of you to level two this morning. Level three: the system - evals proving it works, hooks enforcing around it, monitoring telling you when it drifts. This block is the level-two-to-three jump. And here is the Anthropic pattern worth writing down: codify before you build - write down what good looks like FIRST, then build automation on top of that definition. Teams that skip the codify step automate their own confusion, faster. ASK: Where is your team's best internal knowledge today - level one, two, or three? expect: level one, in senior engineers' heads - which is exactly the risk and exactly the opportunity. SAY-NEXT: Before you test a skill, you need to know which KIND you built - because the kind changes the 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4 min) SAY: Two kinds of skill, and the distinction changes how you test and how long the thing lives. Left: capability uplift. It teaches Claude something the model cannot do well - exact document formatting, coordinate-precise PDF work. Here is the uncomfortable part: every model release can make an uplift skill obsolete - or worse, actively harmful, because rigid workaround instructions can override a newer model's better instincts. The test for uplift skills: does the base model now match it? Ask at every release. Right: encoded preference. It captures YOUR workflow, sequenced YOUR way - your NDA checklist, your report format, your review order. Models improving does not change what your team prefers, so these survive upgrades. The test: does it still match your actual process? Ask when your process changes, not when the model does. Common question here: can one skill be both? Yes, often - and the maintenance plan differs per part: the uplift parts need re-testing at every release; the preference parts only when you change your mind. ASK: The code-review skill you built this morning - which side? expect: mostly encoded preference - your standards - which is why it is durable. SAY-NEXT: Either way, one skill alone is not a system - here is what turns a pile into a pipeline.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3 min) SAY: Here is the framing sentence first: a pile of skills makes YOU the glue - you invoke one, copy its output, paste it into the next, forever. A system chains them, and files are the interface. Three patterns, in adoption order. Shared context: every skill reads the same CLAUDE.md and rules - you already have this from Day 1; it is why your skills feel consistent. Output as input: one skill writes structured files - JSON, markdown reports - and the next skill reads them. That is chaining: review writes findings.md, fix reads findings.md. Scheduled: hooks and CI trigger skill chains automatically - no human in the invocation at all. Adopt them in that order, and only schedule what you already trust. The strip is the architecture lesson of the afternoon: files are the API between skills - loose coupling, and you can inspect the handoff at every step. When a chain misbehaves, you open the intermediate file and see exactly what got passed - try doing that with one giant chat session. ASK: Which two of your skills would you chain first? expect: review then fix, or analyze then report. SAY-NEXT: One more advanced pattern before testing - skills that carry their own guardrails.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3 min) SAY: Skills that carry hooks - the creative pattern of the day: a skill can register hooks that live only for the current session. Opt-in guardrails, on demand. Three examples on screen. /careful: invoke it and it registers PreToolUse blocks on rm dash rf, force-push, and DROP statements - you would say /careful before touching anything near production, and for the rest of the session those commands are physically blocked. /freeze: blocks edits outside one directory - invoke it during focused debugging so Claude cannot wander off and refactor something three folders away. And usage metering: a PreToolUse hook that logs which skills fire - which is how you discover the skills you THOUGHT were firing but never actually load. Read the strip: these hooks are session-scoped - they activate when the skill is invoked and vanish at session end. No cleanup, no lingering state. These are patterns to recognize today and build on Day 3. ASK: When would you invoke /careful in your real week? expect: database work, release windows, anything within arm's reach of production. SAY-NEXT: Guardrails covered. Now the loop that separates hoping a skill works from proving it - the testing loop.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3 min) SAY: The skill testing loop - four stages, and it is unit testing for AI behavior. Evaluate: run your test prompts. An eval set has two lists - prompts that SHOULD trigger the skill, and prompts that should NOT. Both matter: the should-not list is what catches a skill hijacking neighboring tasks. Report: pass or fail per prompt - did the right thing fire, did the output meet the bar. Fix: sharpen the skill - usually the description, sometimes the instructions. Retest: loop until green. The mindset change is the slide's real content: the difference between hoping a skill works and proving it works is exactly this loop, and nothing else. One caution on test quality before the lab: write evals that lock in BEHAVIOR - inputs and expected outputs - not implementation details. If your eval asserts the exact wording of a response, it breaks on every harmless variation; if it asserts the checklist was applied, it survives. ASK: What belongs on the should-NOT-trigger list for your review skill? expect: doc generation, writing new code - the neighboring tasks that sound similar. SAY-NEXT: When the loop fails, you want the diagnosis fast - symptom to fix, one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3 min) SAY: Symptom to fix, fast - this is the troubleshooting card you keep after the course: symptom on the left, fix on the right. The red row first, because it is the most common failure by far: never activates - add five or more trigger phrases to the description. Wrong skill fires: your skills are competing - add do-NOT-use-for boundaries so each one knows its lane. Close but not right: the skill loads and the output is nearly there - replace vague instructions with testable ones; be thorough becomes check these six items. Fails on real data: worked on the happy path, chokes on production mess - add edge-case handling for empty files, weird encodings, huge inputs. Adds extra commentary: Claude editorializes around the answer - add an output-ONLY-X constraint. Notice the meta-rule across all five rows: every fix is an edit to the SKILL, never a workaround in your prompt. Fix the asset, not the invocation - a prompt workaround helps you once; a skill fix helps everyone forever. ASK: Which of these symptoms did you already hit in Lab 2A? expect: never activates, or extra commentary. SAY-NEXT: The loop tells you the skill passes. The next question is harder - is it actually better than nothing?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4 min) SAY: A/B benchmarking answers the question nobody asks: is your skill actually helping? The insight most people miss: when a smarter model ships, a skill written for the old one can HOLD CLAUDE BACK - your rigid instructions overriding abilities the new model now has natively. Your skill becomes a ceiling, not a floor. The protocol, three cards: run the same test prompts WITH the skill; run them again against baseline - raw Claude, no skill, and remember that baseline silently improves with every release; then a blind judge - a separate agent that picks the winner WITHOUT knowing which output used the skill. Blind matters: you wrote the skill, so you are the least objective judge in the room. Here is the receipt: when Anthropic ran this exercise on its own skill library, it reported finding issues in most of them. Most. And capability-uplift skills are exactly the ones that expire first. Read the strip: if baseline wins, retire the skill - an outdated skill is not neutral; it is a cost. ASK: When should you re-run this benchmark? expect: after every model release - put it on the calendar. SAY-NEXT: One catch before you trust any of these numbers - one run proves nothing.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3 min) SAY: One run is an anecdote - the uncomfortable statistics beat, and I need it to land before the lab. Model output is probabilistic: the same skill, the same eval set, zero changes, scores six of eight, then seven, then five. Nothing broke - that is just variance, the normal spread of a probabilistic system. So, four steps. Run it five times - same eval, five runs; five is the minimum before you trust a pass rate, more if the spread looks wide. See the spread - six, seven, five out of eight is normal, not a bug. Use the band - report min to max, five-to-seven out of eight, not a single flattering number. Then compare - and only trust gaps BIGGER than the band. Here is the rule for the A/B verdicts you just learned: if skill beats baseline by less than your run-to-run spread, that is a coin flip, not a win. The previous slide's benchmark must always be read against the band, never against one lucky run. ASK: Your skill scores seven of eight, baseline scores six of eight, one run each - keep it, or no conclusion? expect: no conclusion - the gap is inside typical variance; run both five times. SAY-NEXT: Nobody does this by hand - skill-creator automates the whole loop.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3 min) SAY: skill-creator - Anthropic's official plugin, and it is the meta-move of the day: use AI to build and test your AI automation. Four capabilities, one per badge. Create: scaffolds a well-structured skill - the same structure you built by hand in Lab 2A, generated in seconds. Improve: takes a skill that under-triggers and rewrites the description, testing variants until triggering is reliable - it automates the five-phrasings discipline from this morning. Evaluate: writes and runs your eval sets - should-trigger and should-not lists - with no test code written by you. Benchmark: scores skill against baseline on pass rate, time, and tokens. Now, the obvious question: if this thing existed all along, why did I make you build a skill by hand this morning? Deliberately. Because you cannot debug what you cannot read. When skill-creator generates something that misfires - and it will - you now know exactly what a description is, what frontmatter does, where the body ends and references begin. Generators are for people who understand the output. ASK: So - why did we hand-build first? Say it back to me. expect: you cannot debug what you cannot read. SAY-NEXT: Time to run this discipline on your own skill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5 min) SAY: Follow-along - eval your morning skill, for real. Paste the first prompt: it builds an eval set for your code-review skill - five prompts that SHOULD trigger it, three that should NOT - runs each one, and reports which fired correctly as a pass-fail table. Four minutes; watch the table come back and read the failures honestly - a should-not prompt that fired counts against you just as much as a should that stayed silent. Then the second prompt: analyze the failures and propose one improved description, old versus new side by side. That grounds the rewrite in observed failures, not taste - which is the whole discipline of this block in miniature. What you are practicing, per the left column: building both trigger lists, recording pass-fail honestly, and deriving description fixes from failures rather than hunches. [CRESCENDO L3] ASK: Everyone paste your pass rate into chat as X of 8. I want the lowest and the highest scorer to each read their description aloud - room, compare them: what does the reliable one do differently? expect: more trigger phrases, tighter boundaries, explicit do-not-use lines. SAY-NEXT: Before the live demo, one look over the horizon - where Anthropic says all this testing is heading.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2 min) SAY: Skills become specifications - the horizon slide, three lines, read slowly. Today, a SKILL.md tells Claude HOW - a step-by-step procedure, because today's models need the steps. Tomorrow, it may only need to state WHAT - the definition of good output - and the model finds the how on its own. And line three is the payoff: your evals already describe the what. They are future-proof. Think about what that means for where you spend effort: procedures rot as models improve - we just spent half a block on skills expiring - but a crisp definition of what good looks like never expires; it just gets easier to satisfy. Which makes eval-writing the most durable investment in this entire day. The procedure is scaffolding; the spec is the asset. ASK: Which of your artifacts from today survives five model upgrades? expect: the evals, and the encoded preferences - the statements of what good means for your team. SAY-NEXT: Let me show you the full test cycle live - eval, benchmark, fix, rerun.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6 min) SAY: Live demo - eval and benchmark, the full cycle. DEMO SETUP: project open with this morning's code-review skill in place, and the eval prompt from the follow-along ready to paste into a fresh session. STEPS: Step one - I run the eval-set prompt and we read the pass-fail table together; watch for a should-NOT-trigger prompt that fired anyway - that is the over-triggering failure mode, and it is sneakier than under-triggering. Step two - the benchmark: I rename SKILL.md to SKILL.md.bak, run Review the code in src/routes/tasks.js with no skill, restore the file, and put both outputs side by side. Step three - I apply the improved description from the eval analysis and rerun the failed prompts; we watch them flip to pass. EXPECTED: the skilled output shows our structured checklist format; baseline is competent but generic prose - and the description fix visibly raises the pass rate. RECOVERY: if the two outputs look too similar to teach from, I swap in the deliberately-weak skill variant from the instructor repo, which shows a dramatic gap; and if the session gets noisy, /clear and rerun step two only. ASK as debrief: What changes in this exercise the day a new model releases? expect: baseline improves, so the bar for keeping your skill rises - re-run the benchmark. SAY-NEXT: Quick block review, then Lab 2C runs this whole loop on your skill.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3 min) SAY: Block three review - four questions before the lab. ASK, cold-call, one at a time: Question one: name the three maturity levels. Answer: level one, a prompt repeated from memory; level two, a proper skill in git; level three, a tested system with evals, hooks, and monitoring - and value compounds as you climb. Question two: uplift versus preference - which one expires? Answer: capability uplift, because the base model catches up with every release; encoded preferences survive, because they are about you, not the model. Question three: what makes the A/B judge honest? Answer: it judges blind - it does not know which output used the skill, so it cannot favor your work. Question four: what are files, in a skill system? Answer: the API between chained skills. And the follow-up worth asking: why files rather than one giant session? Because loose coupling means you can inspect the handoff at every step and swap either side independently. expect: maturity levels come back solid; the blind-judge answer sometimes needs the word bias offered as a hint. SAY-NEXT: Lab 2C - eval set, variance band, benchmark verdict - your skill, on trial.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2 min + 30 min lab) SAY: Lab 2C - prove your skill earns its place. The cues. Deliverable: an eval set of five should-trigger and five should-not prompts; a run-variance band from running one eval prompt five times; an A/B benchmark verdict against raw Claude; and one description improvement derived from a real failure - all recorded in your toolkit repo. The new discipline, and I will hold you to it: no conclusion from a single run. Five runs minimum, and an A/B gap smaller than your run-to-run spread is noise, not signal - write your verdict using the band. Timebox: thirty minutes; if behind, run the evals and the variance band and skip the benchmark - the eval table plus the band is the minimum artifact. A recovery checkpoint is available if you missed Lab 2A or 2B - grab me. Success checklist on screen: variance band recorded, verdict phrased against the band rather than a single run, everything committed. [CRESCENDO L3] ASK at debrief: who found their skill LOSING to baseline - and was the loss bigger than your band? expect: one or two people retire or rewrite a skill on the spot - that is exactly the muscle this lab builds. SAY-NEXT: Break after the debrief - then we ship all of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break) SAY: Take ten - back at 2:30. When you return, the final teaching block, and it is the payoff: everything you built today - skill, hooks, human-invoked command, evals - becomes one installable, versioned package your whole team can pull from a marketplace with a single command. And the last lab publishes for real, to a shared class marketplace repo, where a classmate will install YOUR plugin. SAY-NEXT: When we return - plugins and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plugins and marketplaces, seventy minutes ending in Lab 2D, the one where you ship. The payoff frame first: everything you built today is still trapped in one repo. Plugins are how standards travel - across every repo, every teammate, every machine. A plugin is a versioned package of Claude Code extensions; a marketplace is the catalog you install it from. This block covers plugin anatomy - what actually goes in the box - the marketplace ecosystem and its trust model, scaffolding your own with one command, and publishing governance: who gets to ship what to whom. The objective on screen: inspect and install from a marketplace, scaffold with claude plugin init, package the toolkit, validate it, and apply the plugin trust model. ASK: How does your team share tooling conventions today - honestly? expect: wiki pages, word of mouth, copy-paste - all of which drift the moment they are written. SAY-NEXT: First, what a plugin actually contains - the anatomy slide.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A plugin bundles your whole extension stack - everything from today, packaged as one installable unit. The inventory, per the current docs: skills and legacy commands - the recommended skill form plus backward compatibility; agents - specialized subagents, which you meet properly tomorrow, arriving namespaced so they do not collide with yours; hooks - event-driven enforcement that activates when the plugin is enabled, which is how a security team ships a blocking hook to every machine at once; and MCP and LSP servers - external tool connections and code intelligence. Additional component types keep evolving. Two structural facts to anchor: the manifest - the file describing what is in the box - lives at .claude-plugin/plugin.json, and plugin skills and agents are namespaced, so a plugin's /review will not collide with your local /review. ASK: Which component deserves the strictest review before install? expect: hooks and servers - because they execute code and can move data off the machine. SAY-NEXT: One of those components is MCP, and it gets one preview slide now - the deep dive is tomorrow.</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MCP in one slide, because Day 3 goes deep. MCP - the Model Context Protocol - is the open standard that connects Claude to external tools: databases, ticketing systems, browsers. One standard: build one server, and any MCP client can use it - not just Claude. Config: a .mcp.json file at the project root declares project-scoped servers, and /mcp verifies what is connected. In plugins: a plugin can ship preconfigured MCP servers - install the plugin, get the integration. The strip carries the current behavior worth knowing: tool search defers MCP tool schemas by default - meaning tool definitions load when relevant rather than all sitting in context permanently. Exceptions exist: configurations that disable tool search, unsupported providers, and servers marked alwaysLoad. So inspect rather than assume - /mcp and /context show you what is actually loaded. And the security review still applies before connecting anything: an MCP server is code with data access. ASK: What should you inspect before enabling an MCP server? expect: publisher, tools offered, data access, auth, network destinations, loading behavior. SAY-NEXT: That same inspection discipline applies to every plugin -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3 min) SAY: Inspect before you install - the durable security lesson of the block: evaluate the exact component, not the marketing claim. Five rows, and they map to the questions a security team would ask. Publisher and provenance: who owns it, where is the source, is it maintained - an abandoned plugin is a risk even if it was good once. Components: list what it actually contributes - skills, agents, hooks, scripts, MCP and LSP servers, dependencies. Authority: what can execute, which credentials it inherits, which files and commands it can touch - remember, plugins run with YOUR privileges. Data flow: what leaves the machine, which provider receives it, where state is stored. Lifecycle: version pinning, auto-update behavior, the disable and uninstall path, rollback. Read the strip twice: a marketplace is a catalog, NOT a security boundary - official marketplace does not make every publisher Anthropic. Community projects like Claude-Mem or OmniRoute are case studies only: one changes memory and data flow, the other changes provider routing - neither joins a baseline stack without an organization review. ASK: Which row would catch a plugin that silently swaps model providers? expect: data flow, plus authority. SAY-NEXT: Discipline in hand - now the supported install flow, end to end.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(2:38, 3 min) SAY: From browse to running, four steps. Browse: the /plugin command opens the manager - the Discover tab shows what is available. Install: the addressing scheme is name at marketplace - so /plugin install skill-creator at claude-plugins-official pulls the official skill-creator plugin. And registering a new catalog is one command: /plugin marketplace add with a repo reference - which is how your team marketplace joins the list this afternoon. Verify: /plugin list in-product, or claude plugin list from the terminal, confirms what arrived and what it contributed. Use: the new capabilities appear namespaced - plugin-name colon command-name - so nothing collides with your local skills. One gotcha to say out loud: bundled MCP servers may activate immediately on install, and if the install summary asks for it, run /reload-plugins to apply changes. ASK: Where does an installed plugin live - your project or your machine? expect: user-level plugin directory, your machine - not the repo - which is exactly why it works across all your projects at once. SAY-NEXT: Consuming is easy. Building your own starts with one command - five steps.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3 min) SAY: Author a plugin in five steps, and step one is precise, so listen for the path. Init: claude plugin init, then a name, creates the scaffold - and currently it writes to your skills directory, ~/.claude/skills under the plugin's name, loading as name at skills-dir on the next session. That means your plugin is live and testable the moment it exists. Use dash-dash-with to add component folders - skills, hooks, agents - to the scaffold. Add: move your real skills, hooks, and agents in. Declare: set the manifest name and paths - the manifest is the plugin.json contract consumers rely on. Test: claude plugin validate dash-dash-strict catches schema problems before anyone else sees them, and you exercise the live skills-dir install as your smoke test. Publish: copy the proven plugin under your marketplace repo's plugins directory and reference it from marketplace.json - the catalog index file. ASK: Why validate BEFORE copying into the team catalog? expect: the catalog should only ever distribute a known-good package - broken uploads erode trust in the whole marketplace. SAY-NEXT: Before we distribute anything, the trust hierarchy - who you are actually trusting when you install.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The plugin trust hierarchy, four tiers, top to bottom - and the theme is: do not equate catalog placement with publisher identity. Tier one: built-in or Anthropic-maintained - highest default confidence, but still confirm the exact component and version you are getting. Tier two: your approved internal marketplace - organization-curated, versioned, governed - and for enterprise use this can actually be SAFER than anything external, because policy and versions are explicit and someone you can walk to owns the catalog. Tier three: the official marketplace with a third-party publisher - discoverable through Anthropic, but the publisher and the maintenance can still be entirely external; discoverability is not endorsement. Tier four, the red row: any external marketplace or direct source - untrusted until source, data flow, permissions, and update behavior are reviewed. Read the strip like a security officer: plugins can execute code, hooks, commands, and MCP and LSP servers with YOUR user privileges. Treat them like executable dependencies - because that is what they are. ASK: What is your npm or VS Code extension policy - and why would plugins deserve less scrutiny? expect: they would not - same class of risk, same review. SAY-NEXT: Trust also means being able to undo - the estate controls.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2 min) SAY: Plugin estate controls - the operations slide: inventory, deactivate, and remove without guessing. Make reversibility part of installation, not an afterthought. Claude plugin list and details: see installed state, scope, and every contributed component - run this BEFORE trouble, so you know what normal looks like. /plugin disable: stop loading a plugin while preserving the installation - this is your investigation mode; behavior changed, disable the suspect, observe, re-enable if cleared. /plugin uninstall: remove it at the intended scope - user, project, or local - and scope matters, because uninstalling at the wrong level leaves a copy active somewhere else. The strip covers freshness: /plugin marketplace update refreshes catalog metadata, and /reload-plugins applies changes when the install summary requests it. The incident-response order to remember: disable first - it is instant and reversible - then inspect, then uninstall if the review says so. ASK: Which of these commands belongs in your incident-response runbook? expect: disable first, then inspect, then uninstall - in that order. SAY-NEXT: You know the anatomy, the flow, the trust model, the controls. Time to package YOUR toolkit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(2:49, 4 min) SAY: Follow-along - package your toolkit, four minutes. First prompt: run claude plugin init dashboard-toolkit dash-dash-with skills hooks - that creates the scaffold in the current skills-directory location - then move your reviewed skills and hooks from today into it and update the manifest so the paths map to your real assets. Second prompt: validate dash-dash-strict, then have Claude show the component inventory: what executes, what credentials it touches, network destinations, and the rollback path. Notice what that second prompt really is - it is the inspect-before-you-install checklist from ten minutes ago, pointed at YOUR OWN plugin. If it feels uncomfortable to answer those questions about your own package, that is the exercise working. What you are practicing, per the left column: the current init scaffolding, a manifest that maps your assets, and the local install as the smoke test. [CRESCENDO L3] ASK: Pairs - exchange inventories with your neighbor and rule on their plugin: approve, reject, or approve-with-conditions, and say why. expect: hooks need explicit review; this particular toolkit has no external network calls or servers, so most verdicts are approve-with-conditions. SAY-NEXT: One decision before shipping anything - does this capability belong in one repo, or many?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Project config or plugin - the scope test decides in one question: how many repos need this? If the standard is specific to one codebase - its architecture notes, its test commands, its local conventions - it stays project config in the .claude folder: it travels via git clone, and the whole team can edit it right there in the repo. The moment TWO repos need the same standard, promote it to a plugin: installed from a marketplace, read-only for consumers, versioned centrally - one source of truth instead of three drifting copies. That read-only property is a feature, not a limitation: nobody quietly patches their local copy of the security hook, because there is no local copy to patch - there is a version to update. The progression most teams follow: build locally in project config, prove it works, promote to a plugin when demand appears. Do not start with a plugin - start with proof. ASK: Your secret-detection hook from Lab 2B - config or plugin? expect: plugin - every repo needs that one, and you want one versioned source of truth. SAY-NEXT: And the word versioned is doing real work in that sentence - safe change or breaking change is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3 min) SAY: Safe change or breaking change - the version field in your manifest is a promise, not decoration. Semver - semantic versioning - is major dot minor dot patch, and the number tells every consumer whether they can update blind. Safe changes, minor or patch: add a new skill or command, sharpen a description, fix docs, bug-fix a hook while keeping the same behavior - existing users notice nothing or get strictly better. Breaking changes, major: rename or remove a command - every script and every muscle memory that used it fails; a hook that now BLOCKS what it used to allow - workflows that passed yesterday fail today; and any new credential or tool scope - because that changes what the plugin is trusted to do, which is a bigger deal than what it does. The tell: a change is breaking the moment an existing consumer's expectation stops holding. Breaking changes ship as a major bump with a migration note in the changelog - never as a quiet patch. Read the strip: consumers update on YOUR schedule, not theirs - a renamed command breaks every teammate overnight. ASK: You tightened your secret regex and it now catches MORE - safe or breaking? expect: arguably breaking - builds that passed yesterday fail today; version it like one. SAY-NEXT: Versioning is the contract - governance is who gets to publish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(2:58, 3 min) SAY: Publishing to the internal catalog - and here is the governing idea before the five steps: your internal marketplace repo IS production code. It executes on every teammate's machine, with their credentials. So it gets production discipline. Propose: a pull request against the marketplace repo - protected main, nothing lands directly. Review: the security checklist - the same inspect-before-you-install list from earlier this block - run by a second person; two eyes, every plugin, no exceptions for the person who wrote it. Version: a semver bump plus a changelog line, every release, even the small ones. Announce: the changelog goes to the team channel - a capability nobody knows about is a capability that does not exist. Deprecate: a sunset path with a migration note - never delete. Deleting a plugin out from under consumers is the marketplace equivalent of a force-push to main. Each plugin also gets a named owner - not a team, a name - so drift has an accountable human. ASK: Who in YOUR org signs off on a plugin that ships a blocking hook? expect: platform or security lead - and if the room goes quiet, say it: that silence is the gap to fix this quarter. SAY-NEXT: Watch the whole flow live - marketplace to running.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4 min) SAY: Live demo - marketplace to running, the full round trip. DEMO SETUP: terminal open in the business-dashboard project, clean Claude Code session, and the empty team-marketplace repo URL from the runbook on my clipboard. STEPS: Step one - I run /plugin install skill-creator at claude-plugins-official and we read the install output together: what arrived, what it contributed. Step two - /plugin list shows the installed state; I open the plugin folder, walk the plugin.json manifest, and point at the namespaced skill names - notice nothing collides with the local skills you built today. Step three - the team side: I push the my-toolkit plugin from the follow-along to the team repo, run /plugin marketplace add on that repo, and install my-toolkit from it. EXPECTED: skill-creator lands namespaced in step two, and in step three the class's own plugin installs from the team marketplace exactly like an official one - same flow, same commands; that symmetry is the point of the demo. RECOVERY: if network or auth blocks the marketplace step, I install from the local path instead and show the saved terminal capture of the marketplace flow from the runbook. ASK as debrief: What changes if the plugin also ships an MCP server? expect: it may need /reload-plugins when the summary says so - and a trust review BEFORE install, because now data can leave the machine. SAY-NEXT: Quick block check, then you ship yours.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2 min) SAY: Block four review - four questions, quick fire. ASK, cold-call, one at a time: Question one: what core components can a plugin contribute? Answer: skills and legacy commands, agents, hooks, MCP servers, and LSP servers - the day's whole stack in one box. Question two: where does the manifest live? Answer: .claude-plugin/plugin.json - inside the .claude-plugin folder, NOT the project root; that path trips people in the lab, so say it twice. Question three: what makes a git repo a marketplace? Answer: less than you think - a marketplace.json catalog file plus plugin sources; a marketplace is a catalog, which is exactly why it is not a security boundary. Question four - and I will ask this one with feeling: why treat plugins like dependencies? Answer: because they can execute code, register hooks, and connect external systems with YOUR user privileges - they deserve npm-level scrutiny, minimum. expect: components and manifest come back solid; the marketplace-is-just-a-catalog answer surprises a few people, which is exactly the lesson sticking. SAY-NEXT: Lab 2D - package it, publish it, and have a classmate install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+ 30 min lab) SAY: Lab 2D - package and ship, the finale. The cues. Deliverable: your my-toolkit plugin - skill, hooks, command - packaged with the current claude plugin init scaffold, validated dash-dash-strict, published to the shared class marketplace repo, and then installed by a peer. That last clause is the real test: software is not shipped until someone else runs it. Timebox: thirty minutes; if behind, a local-path install that passes verification counts - that is the minimum artifact. Success checklist on screen: manifest valid, plugin visible on the class marketplace, and a classmate runs YOUR namespaced command in THEIR project. Expect the cross-machine step to surface surprises - that is the lab working, not failing. [CRESCENDO L3] ASK at debrief: pairs - share one thing that broke crossing machines. expect: hardcoded paths and missing tool assumptions - exactly the class of bug that packaging exists to surface, and better here than in production. SAY-NEXT: Then we close the day - what you built, and where it goes tomorrow.</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The close - twenty minutes. Point at the clock with me: at nine this morning, most of you were pasting repeated prompts into a chat window. It is 3:40, and you have published a tested, versioned, installable toolkit that a classmate pulled from a marketplace and ran. That is the distance covered in one day, and it is worth naming. This short block does four things: reviews the complete stack so you see it as one system rather than four labs, names the three principles worth keeping, sets homework that feeds directly into tomorrow, and bridges to Day 3 - where your standards stop being loaded and start being delegated. ASK: One word in chat - how does your toolkit repo feel right now? expect: real, shippable, mine - and if someone types exhausting, honor it; it was a dense day. SAY-NEXT: The whole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Your complete extension stack - five rows, and every row points at a lab you finished today. This slide is not slideware; it is an inventory of your repo. Skills: domain playbooks, tested with evals - Labs 2A and 2C. Hooks: deterministic enforcement across the thirty-one-event map - Lab 2B. Invocation controls: human-invoked skills behind slash commands, with disable-model-invocation guarding the dangerous ones - also 2B. Plugins: all of it packaged, published, and peer-installed - Lab 2D, an hour ago. And MCP: external tools, context-cost aware - previewed today, deep dive tomorrow. Now the compounding line, because it is the business case for the whole day: a new teammate who clones your repo or installs your plugin gets the team's standards on day one - the review checklist, the security hooks, the workflows - no onboarding wiki, no tribal knowledge transfer, no six-week ramp. The standards are executable now. ASK: Which layer will you extend first next week? expect: more skills, or a stricter hook set. SAY-NEXT: Three principles to carry out of the room.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2 min) SAY: Three principles - the Day 2 engineering mindset in three lines, read slowly. One: encode, do not repeat - said three times means CLAUDE.md, did three times means a command, checked three times means a hook. That is the habit that builds your toolkit automatically: notice the third repetition, and encode it right then - the rule tells you WHERE. Two: a skill without evals is a hope, not an asset. After this afternoon's variance work you know exactly why - one lucky run proves nothing. Three: systems beat collections - files are the API between skills. A pile of skills makes you the glue; chained skills run without you. Nothing new on this slide - that is the point of a recap. ASK: Which principle will be hardest to hold under deadline pressure? expect: evals - testing is always the first casualty of a deadline, which is precisely why skill-creator makes it cheap enough to keep. SAY-NEXT: Homework keeps the momentum until tomorrow morning - three small artifacts.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(3:46, 2 min) SAY: Homework - three small artifacts before tomorrow, and here is the constraint that matters: real project, real standards. Not toy examples. Because tomorrow's orchestration labs consume these exact artifacts - this is not busywork, it is staging. Artifact one: one skill for your actual project, with references, eval-tested - the full Lab 2A-plus-2C treatment on something you genuinely need. Artifact two: one human-invoked skill - a daily /workflow with explicit invocation control; pick the thing you do every single day. Artifact three: one hook - a safety rule, committed to git; your team's real never-do-this, made deterministic. Read the strip: bring all three tomorrow, because Day 3 wires them into subagents and CI - a subagent will load your skill, and a CI job will invoke your workflow. An hour tonight, tops - and the payoff lands by ten a.m. tomorrow. ASK: What is your first candidate for the daily human-invoked skill? expect: review, deploy-check, or a standup summary. SAY-NEXT: Let me show you exactly how those pieces get multiplied - the Day 3 bridge.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(3:48, 3 min) SAY: Skills plus subagents - the multiplier, and the bridge to tomorrow. Today: your skills load into one session, on demand - one context window, one agent, your standards riding along. Tomorrow: subagents - separate Claude instances with their OWN context windows - load those same skills, do the work in isolation, and report back. And they run in parallel: several specialists working simultaneously, each carrying your standards, including nested delegation where an agent hands work to another agent. The payoff line on the slide is the one to picture concretely: a security-review agent per pull request, automatically - a subagent that loads YOUR Lab 2A review skill against every PR, without anyone invoking anything. That is why today mattered: orchestration multiplies whatever standards exist. Multiply good standards, you get leverage; multiply nothing, you get nothing - times five. Everything you encoded today is what tomorrow scales. ASK: Which of your skills most deserves its own dedicated agent - and what would change about how you write it, knowing an agent runs it unattended? expect: review or test generation - and it would need tighter output rules, because nobody is watching mid-run. SAY-NEXT: Final word, and I will let you go.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Let me close with the promise kept. This morning, Claude was a capable generalist - the same tool anyone can download. Tonight, it carries YOUR standards: two tested skills, two hooks, and a validated plugin that a classmate installed from a team marketplace and ran on their machine. All committed, all portable - that is the left column, and it is real. Tomorrow multiplies it: MCP in depth, subagents and agent teams running your skills in parallel, and headless CI/CD with cost controls - Claude working when you are not watching. Homework once more, quickly: one skill, one human-invoked workflow, one hook - real project, in git, bring them. Tomorrow opens with a question about which architecture fits which job, so arrive opinionated. Thank you for the energy today - four labs is a heavy day, and every one of you shipped. ASK: On your way out, one thing from today you will use before Friday - in chat. expect: hooks and /test-this lead the list, with the eval loop close behind. SAY-NEXT: See you tomorrow at nine - Day 3, orchestration and 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5.png"/><Relationship Id="rId4" Type="http://schemas.openxmlformats.org/officeDocument/2006/relationships/image" Target="../media/image22.png"/><Relationship Id="rId5" Type="http://schemas.openxmlformats.org/officeDocument/2006/relationships/image" Target="../media/image29.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6.png"/><Relationship Id="rId7" Type="http://schemas.openxmlformats.org/officeDocument/2006/relationships/image" Target="../media/image23.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5.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34.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6.png"/><Relationship Id="rId8" Type="http://schemas.openxmlformats.org/officeDocument/2006/relationships/image" Target="../media/image20.png"/><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1.png"/><Relationship Id="rId4" Type="http://schemas.openxmlformats.org/officeDocument/2006/relationships/image" Target="../media/image13.png"/><Relationship Id="rId5" Type="http://schemas.openxmlformats.org/officeDocument/2006/relationships/image" Target="../media/image43.png"/><Relationship Id="rId6" Type="http://schemas.openxmlformats.org/officeDocument/2006/relationships/image" Target="../media/image9.png"/><Relationship Id="rId7" Type="http://schemas.openxmlformats.org/officeDocument/2006/relationships/image" Target="../media/image23.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3.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20.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46.png"/><Relationship Id="rId5" Type="http://schemas.openxmlformats.org/officeDocument/2006/relationships/image" Target="../media/image20.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8.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2.png"/><Relationship Id="rId6" Type="http://schemas.openxmlformats.org/officeDocument/2006/relationships/image" Target="../media/image23.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6.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1.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png"/><Relationship Id="rId4" Type="http://schemas.openxmlformats.org/officeDocument/2006/relationships/image" Target="../media/image31.png"/><Relationship Id="rId5" Type="http://schemas.openxmlformats.org/officeDocument/2006/relationships/image" Target="../media/image20.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png"/><Relationship Id="rId6" Type="http://schemas.openxmlformats.org/officeDocument/2006/relationships/image" Target="../media/image43.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31.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4.png"/><Relationship Id="rId4" Type="http://schemas.openxmlformats.org/officeDocument/2006/relationships/image" Target="../media/image3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1.png"/><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23.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3.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3.png"/><Relationship Id="rId4" Type="http://schemas.openxmlformats.org/officeDocument/2006/relationships/image" Target="../media/image40.png"/><Relationship Id="rId5" Type="http://schemas.openxmlformats.org/officeDocument/2006/relationships/image" Target="../media/image38.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19.png"/><Relationship Id="rId5" Type="http://schemas.openxmlformats.org/officeDocument/2006/relationships/image" Target="../media/image64.png"/><Relationship Id="rId6" Type="http://schemas.openxmlformats.org/officeDocument/2006/relationships/image" Target="../media/image2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4.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67.png"/><Relationship Id="rId4" Type="http://schemas.openxmlformats.org/officeDocument/2006/relationships/image" Target="../media/image23.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41.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9.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DAY 2 OF 3</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Extensions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WEDNESDAY, AUGUST 19</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2: teach it your standards</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Skills</a:t>
            </a:r>
          </a:p>
          <a:p>
            <a:pPr algn="l">
              <a:lnSpc>
                <a:spcPct val="105000"/>
              </a:lnSpc>
              <a:spcBef>
                <a:spcPts val="0"/>
              </a:spcBef>
              <a:spcAft>
                <a:spcPts val="300"/>
              </a:spcAft>
            </a:pPr>
            <a:r>
              <a:rPr sz="1550" b="0">
                <a:solidFill>
                  <a:srgbClr val="ACACB4"/>
                </a:solidFill>
                <a:latin typeface="Instrument Sans"/>
              </a:rPr>
              <a:t>9:00-10:30 - anatomy, triggers, where a skill lives</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Hooks &amp; commands</a:t>
            </a:r>
          </a:p>
          <a:p>
            <a:pPr algn="l">
              <a:lnSpc>
                <a:spcPct val="105000"/>
              </a:lnSpc>
              <a:spcBef>
                <a:spcPts val="0"/>
              </a:spcBef>
              <a:spcAft>
                <a:spcPts val="300"/>
              </a:spcAft>
            </a:pPr>
            <a:r>
              <a:rPr sz="1550" b="0">
                <a:solidFill>
                  <a:srgbClr val="ACACB4"/>
                </a:solidFill>
                <a:latin typeface="Instrument Sans"/>
              </a:rPr>
              <a:t>10:40-12:10 - payloads, blocking hooks, command frontmatter</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Advanced skill systems</a:t>
            </a:r>
          </a:p>
          <a:p>
            <a:pPr algn="l">
              <a:lnSpc>
                <a:spcPct val="105000"/>
              </a:lnSpc>
              <a:spcBef>
                <a:spcPts val="0"/>
              </a:spcBef>
              <a:spcAft>
                <a:spcPts val="300"/>
              </a:spcAft>
            </a:pPr>
            <a:r>
              <a:rPr sz="1550" b="0">
                <a:solidFill>
                  <a:srgbClr val="ACACB4"/>
                </a:solidFill>
                <a:latin typeface="Instrument Sans"/>
              </a:rPr>
              <a:t>12:55-2:20 - evals, run variance, A/B benchmarking</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Plugins &amp; marketplaces</a:t>
            </a:r>
          </a:p>
          <a:p>
            <a:pPr algn="l">
              <a:lnSpc>
                <a:spcPct val="105000"/>
              </a:lnSpc>
              <a:spcBef>
                <a:spcPts val="0"/>
              </a:spcBef>
              <a:spcAft>
                <a:spcPts val="300"/>
              </a:spcAft>
            </a:pPr>
            <a:r>
              <a:rPr sz="1550" b="0">
                <a:solidFill>
                  <a:srgbClr val="ACACB4"/>
                </a:solidFill>
                <a:latin typeface="Instrument Sans"/>
              </a:rPr>
              <a:t>2:30-3:40 - manifests, versioning, publishing governance</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toolkit review and the Day 3 bridge</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LEARNING OBJECTIVES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can do by end of day</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skill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SKILL.md with a description that triggers reliably.</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Wire a hook</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PostToolUse hook that enforces a rule on every action.</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human-invoked skill</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explicit /workflow with $ARGUMENTS and model invocation disabled.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Prove it works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Eval loop plus A/B benchmark against raw Claude.</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cke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it</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Package the toolkit as a plugin on a team marketplace.</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THREE-DAY ARC</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From assistant to engineering system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Day 2 is where Claude stops being generic and starts being yours.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a:t>
            </a:r>
            <a:r>
              <a:rPr sz="1400" b="0">
                <a:solidFill>
                  <a:srgbClr val="ACACB4"/>
                </a:solidFill>
                <a:latin typeface="Instrument Sans"/>
              </a:rPr>
              <a:t>  -  drive one agent well - loop, context, memory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a:t>
            </a:r>
            <a:r>
              <a:rPr sz="1400" b="0">
                <a:solidFill>
                  <a:srgbClr val="ACACB4"/>
                </a:solidFill>
                <a:latin typeface="Instrument Sans"/>
              </a:rPr>
              <a:t>  -  teach it your standards - skills, hooks, plugins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opl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a:t>
            </a:r>
            <a:r>
              <a:rPr sz="1400" b="0">
                <a:solidFill>
                  <a:srgbClr val="ACACB4"/>
                </a:solidFill>
                <a:latin typeface="Instrument Sans"/>
              </a:rPr>
              <a:t>  -  multiply it - MCP, subagents, CI/CD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Domain expertise Claude loads on demand.</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a skill actually is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folder with a playbook - not a magic prompt.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SKILL.md</a:t>
            </a:r>
            <a:r>
              <a:rPr sz="1400" b="0">
                <a:solidFill>
                  <a:srgbClr val="ACACB4"/>
                </a:solidFill>
                <a:latin typeface="Instrument Sans"/>
              </a:rPr>
              <a:t>  -  frontmatter trigger + markdown playbook</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folder</a:t>
            </a:r>
            <a:r>
              <a:rPr sz="1400" b="0">
                <a:solidFill>
                  <a:srgbClr val="ACACB4"/>
                </a:solidFill>
                <a:latin typeface="Instrument Sans"/>
              </a:rPr>
              <a:t>  -  scripts/, references/, templates alongside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trigger</a:t>
            </a:r>
            <a:r>
              <a:rPr sz="1400" b="0">
                <a:solidFill>
                  <a:srgbClr val="ACACB4"/>
                </a:solidFill>
                <a:latin typeface="Instrument Sans"/>
              </a:rPr>
              <a:t>  -  description matching loads it on demand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Progressive disclosure</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Scan</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descriptions only</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prompt fits trigger</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Load body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playbook enters context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Reach deeper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references on demand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SKILL.MD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Frontmatter: the current fields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name field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Kebab-case identifier - becomes the /slash invocation.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description field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trigger. Claude reads this to decide when to load.</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disable-model-invocation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the user can invoke - Claude never auto-loads 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Least privilege - a review skill gets Read, Grep, Glob only.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Body target: 1,500-2,000 words of process. Push bulk knowledge into references/ - point, don't dump.</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DESCRIPTIONS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Pushy descriptions win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is conservative - vague descriptions never fire.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Be explicit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List 5-7 trigger phrases users actually type.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Set boundaries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Add 'do NOT use for...' negative triggers.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Test 5 phrasings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If 3+ fail to fire, rewrite the description.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Trigger failure is the #1 reason skills never fire - the description is the single most important 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your first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Scoping one skill to one job</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 description with trigger phrases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Least-privilege allowed-tools</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Saying 'current project directory'</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 skill at .claude/skills/code-review/SKILL.md in the current project directory. Trigger on 'review the code', 'check for bugs', 'QA this file'. Review for security, error handling, and test coverage. Read-only tools.</a:t>
            </a:r>
          </a:p>
        </p:txBody>
      </p:sp>
      <p:sp>
        <p:nvSpPr>
          <p:cNvPr id="19" name="Rounded Rectangle 18"/>
          <p:cNvSpPr/>
          <p:nvPr/>
        </p:nvSpPr>
        <p:spPr>
          <a:xfrm>
            <a:off x="7040880" y="447141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Show me the SKILL.md you created and explain what each frontmatter field does.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Instructions or scripts?</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Instructions (SKILL.md)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Judgment, language, formatting</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Rewrite in brand voice, categorize</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adapts to context</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pps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Scripts (scripts/)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Computation, parsing, file ops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Deterministic, repeatable output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runs them, not rewrites them</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STRUCTURE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one-level-deep rule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Body = steps</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Process instructions only.</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references/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Checklists and templates.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Never nest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References can't link deeper.</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Compress</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Extract only what's needed.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principles that hold up</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responsibility</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skill, one job - never review AND refactor AND document.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gotchas section</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Log Claude's failure points over time - highest-signal content.</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state the obvious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include what pushes Claude OUT of its defaults.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railroad</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Give goals and constraints, not micromanaged steps.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it 5 times</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Inconsistent output means ambiguous instructions.</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9 skill types in the wild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 catalogued hundreds of internal skills - they cluster into three families.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Knowledge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Library/API reference, domain patterns, docs generation.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Verification</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Output checking, product verification, eval harnesses.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Workflow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Formatting, automation, review pipelines, reporting.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Verification skills repay a full engineering week - they make every other skill's output trustworthy.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PORTABILITY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skill, every surface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SURFACE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HOW YOUR SKILL LOADS</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 Code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.claude/skills/ scanned automatically at session start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Claude.ai</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SKILL.md format uploaded to the web app</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SDK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folder wired into your custom agents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Plugins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Bundled and installed from a marketplace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PLACEMENT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a skill lives matters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file, three homes - each with a different blast radius.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follows YOU into every project.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in git, the whole team gets it on clone.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Installed from a marketplace - versioned, read-only, many repos.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Prototype personal, promote to project when the team needs it, ship as a plugin when many repos do.</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a skill won't load</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E26B6B.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Description too vague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keyword overlap with the prompt - sharpen the triggers.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location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Must be .claude/skills/&lt;name&gt;/SKILL.md - not root, not nested.</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 nearly full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may not load late in a bloated session - check /context.</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the matching</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--debug shows which skills were considered and why.</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Listing over budget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Many skills installed? The name+description listing has a context budget - least-used descriptions get dropped.</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Skill listing budget = ~1% of context. Over it, least-used DESCRIPTIONS drop - names stay, auto-trigger dies.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Demo: build a skill, watch it fire</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Create code-review skill via one prompt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Trigger it: 'review src/routes/tasks.js'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Break it: vague description, then /doctor</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they remember nothing else from Block 1, they remember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is an SOP for an AI agent - process in the body, knowledge in references.</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The description is the trigger. Vague descriptions never fire.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only what pushes Claude out of its defaults.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1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Two parts of every SKILL.md?</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Trigger and playbook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Which field drives auto-invocation?</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trigger phrases live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stops Claude auto-loading a skill?</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frontmatter field</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State the one-level-deep rule</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nesting breaks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2A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2A: Build Your First Skill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own skill in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code-review skill: SKILL.md + references/ checklist.</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ship the skill without references.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Fires on 3 phrasings; /doctor shows it used; committed to git.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hooks are next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Hooks &amp; Human-Invoked 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Deterministic enforcement plus explicit, reusable workflows.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hooks actually are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Deterministic scripts wrapped around Claude's actions.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Observe</a:t>
            </a:r>
            <a:r>
              <a:rPr sz="1400" b="0">
                <a:solidFill>
                  <a:srgbClr val="ACACB4"/>
                </a:solidFill>
                <a:latin typeface="Instrument Sans"/>
              </a:rPr>
              <a:t>  -  log and audit everything Claude does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Enforce</a:t>
            </a:r>
            <a:r>
              <a:rPr sz="1400" b="0">
                <a:solidFill>
                  <a:srgbClr val="ACACB4"/>
                </a:solidFill>
                <a:latin typeface="Instrument Sans"/>
              </a:rPr>
              <a:t>  -  block dangerous actions before they run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Automate</a:t>
            </a:r>
            <a:r>
              <a:rPr sz="1400" b="0">
                <a:solidFill>
                  <a:srgbClr val="ACACB4"/>
                </a:solidFill>
                <a:latin typeface="Instrument Sans"/>
              </a:rPr>
              <a:t>  -  format, test, notify after every change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How a hook fires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ar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Event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one of 31 lifecycle points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Matcher</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regex picks the tool</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Handler</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your script runs</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Exit code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0 allows, 2 blocks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PAYLOAD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payload: JSON on stdin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FIELD</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WHAT IT TELLS YOUR SCRIPT</a:t>
            </a:r>
          </a:p>
        </p:txBody>
      </p:sp>
      <p:sp>
        <p:nvSpPr>
          <p:cNvPr id="7" name="Rectangle 6"/>
          <p:cNvSpPr/>
          <p:nvPr/>
        </p:nvSpPr>
        <p:spPr>
          <a:xfrm>
            <a:off x="640080" y="242316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session_id / cwd</a:t>
            </a:r>
          </a:p>
        </p:txBody>
      </p:sp>
      <p:sp>
        <p:nvSpPr>
          <p:cNvPr id="10" name="TextBox 9"/>
          <p:cNvSpPr txBox="1"/>
          <p:nvPr/>
        </p:nvSpPr>
        <p:spPr>
          <a:xfrm>
            <a:off x="3383280" y="242316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session fired, from which working directory</a:t>
            </a:r>
          </a:p>
        </p:txBody>
      </p:sp>
      <p:sp>
        <p:nvSpPr>
          <p:cNvPr id="11" name="Rectangle 10"/>
          <p:cNvSpPr/>
          <p:nvPr/>
        </p:nvSpPr>
        <p:spPr>
          <a:xfrm>
            <a:off x="640080" y="306323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06323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6323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hook_event_name</a:t>
            </a:r>
          </a:p>
        </p:txBody>
      </p:sp>
      <p:sp>
        <p:nvSpPr>
          <p:cNvPr id="14" name="TextBox 13"/>
          <p:cNvSpPr txBox="1"/>
          <p:nvPr/>
        </p:nvSpPr>
        <p:spPr>
          <a:xfrm>
            <a:off x="3383280" y="306323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lifecycle event triggered the handler</a:t>
            </a:r>
          </a:p>
        </p:txBody>
      </p:sp>
      <p:sp>
        <p:nvSpPr>
          <p:cNvPr id="15" name="Rectangle 14"/>
          <p:cNvSpPr/>
          <p:nvPr/>
        </p:nvSpPr>
        <p:spPr>
          <a:xfrm>
            <a:off x="640080" y="370332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70332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tool_name</a:t>
            </a:r>
          </a:p>
        </p:txBody>
      </p:sp>
      <p:sp>
        <p:nvSpPr>
          <p:cNvPr id="18" name="TextBox 17"/>
          <p:cNvSpPr txBox="1"/>
          <p:nvPr/>
        </p:nvSpPr>
        <p:spPr>
          <a:xfrm>
            <a:off x="3383280" y="370332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tool Claude is using - Write, Edit, Bash...</a:t>
            </a:r>
          </a:p>
        </p:txBody>
      </p:sp>
      <p:sp>
        <p:nvSpPr>
          <p:cNvPr id="19" name="Rectangle 18"/>
          <p:cNvSpPr/>
          <p:nvPr/>
        </p:nvSpPr>
        <p:spPr>
          <a:xfrm>
            <a:off x="640080" y="4343400"/>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4340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tool_input</a:t>
            </a:r>
          </a:p>
        </p:txBody>
      </p:sp>
      <p:sp>
        <p:nvSpPr>
          <p:cNvPr id="22" name="TextBox 21"/>
          <p:cNvSpPr txBox="1"/>
          <p:nvPr/>
        </p:nvSpPr>
        <p:spPr>
          <a:xfrm>
            <a:off x="3383280" y="434340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exact arguments: command, file_path, content</a:t>
            </a:r>
          </a:p>
        </p:txBody>
      </p:sp>
      <p:sp>
        <p:nvSpPr>
          <p:cNvPr id="23" name="Rectangle 22"/>
          <p:cNvSpPr/>
          <p:nvPr/>
        </p:nvSpPr>
        <p:spPr>
          <a:xfrm>
            <a:off x="640080" y="4983479"/>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98347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tool_response</a:t>
            </a:r>
          </a:p>
        </p:txBody>
      </p:sp>
      <p:sp>
        <p:nvSpPr>
          <p:cNvPr id="26" name="TextBox 25"/>
          <p:cNvSpPr txBox="1"/>
          <p:nvPr/>
        </p:nvSpPr>
        <p:spPr>
          <a:xfrm>
            <a:off x="3383280" y="498347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 tool returned - PostToolUse only</a:t>
            </a:r>
          </a:p>
        </p:txBody>
      </p:sp>
      <p:sp>
        <p:nvSpPr>
          <p:cNvPr id="27" name="Rectangle 26"/>
          <p:cNvSpPr/>
          <p:nvPr/>
        </p:nvSpPr>
        <p:spPr>
          <a:xfrm>
            <a:off x="640080" y="562355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62355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62355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(verify at delivery)</a:t>
            </a:r>
          </a:p>
        </p:txBody>
      </p:sp>
      <p:sp>
        <p:nvSpPr>
          <p:cNvPr id="30" name="TextBox 29"/>
          <p:cNvSpPr txBox="1"/>
          <p:nvPr/>
        </p:nvSpPr>
        <p:spPr>
          <a:xfrm>
            <a:off x="3383280" y="562355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Field names re-checked against the hooks reference at the morning-of gate</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EVENTS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event map worth knowing</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PreToolUse / PostToolUse</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workhorses - validate before, react after. 95% of use cases.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SubagentStart / SubagentStop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Wrap delegated work - scope rules per subagent (Day 3).</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TeammateIdle / TaskCreated / TaskCompleted</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Team and task lifecycle signals for orchestration.</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WorktreeCreate / WorktreeRemove</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React when parallel worktrees appear and vanish.</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PreCompact / PostCompact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Save or restore state around context compaction.</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warn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PermissionRequest / PermissionDenied</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Route, log, or auto-triage permission prompts.</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31 events in the current hook reference; learn the high-value pairs and use the handout for the full map.</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HANDLERS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handler types</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command</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Shell script - JSON on stdin, exit code decides. The classic.</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 the event to an endpoint - central team telemetry.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 tool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 an MCP server tool as the handler.</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prompt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Ask a model to judge - non-deterministic, use with care.</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 an agentic verifier with tool access for multi-step judgment.</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prompt handlers reintroduce model judgment - keep hard security rules in command handlers with exit codes.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blocking?</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 (exit 0)</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Logs, warns, formats - never stops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Message shown, action proceeds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Start here: observe before you enforce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Blocking (exit 2)</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Action stops before it runs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stderr reason goes back to Claude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agent reads it and adjusts course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Exit semantics (0 allow / 2 block) per current docs - re-verify at the morning-of delivery gate.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SCOPING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Matchers and where hooks live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Matcher = tool filter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Regex on the tool name: Write|Edit. Empty matcher = every tool.</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User-level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follows YOU across all projects.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Project-level</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travels with the repo via git.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Plugin-delivered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Ships inside an installed plugin - fleet-wide enforcement.</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Roll out narrow: one matcher, one project. Widen to user or plugin scope only once the hook has earned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Pick the right event</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YOU NEED TO...</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THIS EVENT</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Block a dangerous command</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PreToolUse (exit 2 blocks)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Auto-format after edits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PostToolUse on Write|Edit</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Load context at session open</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SessionStart</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Save a summary at session end</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Stop / SessionEnd</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Audit permission prompts</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PermissionRequest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hooks every team ships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Copy these - they cover audit, hygiene, and visibility.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Audit log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empty matcher - timestamp, tool, file to a log.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Auto-format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on Write|Edit - prettier/black by extension.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Notification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Bash matcher - webhook to Slack/Teams on deploy or push.</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Handlers read JSON from stdin: json=$(cat), then jq -r '.tool_name' - never env vars.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Fail-safe hook discipline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Fast</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Under 1 second, always.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Focused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hook, one concern.</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open</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Exit 0 on unknown tools.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stderr only</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Messages never on stdout.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ARCHITECTURE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three-layer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Each layer covers the failure mode of the one above.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ok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CLAUDE.md</a:t>
            </a:r>
            <a:r>
              <a:rPr sz="1400" b="0">
                <a:solidFill>
                  <a:srgbClr val="ACACB4"/>
                </a:solidFill>
                <a:latin typeface="Instrument Sans"/>
              </a:rPr>
              <a:t>  -  the contract - context and conventions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a:t>
            </a:r>
            <a:r>
              <a:rPr sz="1400" b="0">
                <a:solidFill>
                  <a:srgbClr val="ACACB4"/>
                </a:solidFill>
                <a:latin typeface="Instrument Sans"/>
              </a:rPr>
              <a:t>  -  the execution path - how work gets done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the hard boundary - rules that cannot drift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audit-log hook live</a:t>
            </a:r>
          </a:p>
        </p:txBody>
      </p:sp>
      <p:pic>
        <p:nvPicPr>
          <p:cNvPr id="4" name="Picture 3" descr="bg_10.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Write audit-log.sh, wire settings.json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Have Claude edit a file - watch the log</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Add a PreToolUse block, trigger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SKILLS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commands are skills now</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legacy commands folder still works; skills are the recommended form.</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Recommended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.claude/skills/review/SKILL.md becomes /review.</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Legacy compatible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.claude/commands/review.md still works, but has fewer features.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when needed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true keeps deploy/release skills explicit.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Paste this: a human-invoked /test-this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SKILL.md with frontmatter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as the file path</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.claude/skills/test-this/SKILL.md: name test-this; disable-model-invocation: true; tools Read, Write, Edit, Bash. Body: write and run tests for $ARGUMENTS, covering happy path, edges, and errors.</a:t>
            </a:r>
          </a:p>
        </p:txBody>
      </p:sp>
      <p:sp>
        <p:nvSpPr>
          <p:cNvPr id="17" name="Rounded Rectangle 16"/>
          <p:cNvSpPr/>
          <p:nvPr/>
        </p:nvSpPr>
        <p:spPr>
          <a:xfrm>
            <a:off x="7040880" y="4226051"/>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/test-this src/utils/helpers.js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Arguments and injection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$ARGUMENTS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Everything typed after the /command, as one string.</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$2 positional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Split parameters: /fix-issue 429 high -&gt; $1=429, $2=high.</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 references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 a named file's content straight into the prompt.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!`cmd` injection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Runs a shell command; its output lands in the prompt first.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Syntax per 2026-07 docs - re-verify at delivery; treat injected shell output as untrusted input.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frontmatter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fields that decide what a command may touch and what it costs.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allowed-tools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 privilege - a /review command gets read-only tools.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model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Pin a fast, cheap model for mechanical commands.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gate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for deploy and release.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Field names (allowed-tools, model) per 2026-07 skills docs - re-verify at the delivery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Four human-invoked skills worth stealing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/test-this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tests for a file - happy path, edges, errors.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/review</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Security, performance, and style pass with actionable fixes.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ocke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/deploy-check</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Pre-deploy checklist: tests, no console.log, changelog.</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/onboard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Analyze a new codebase - stack, architecture, entry points.</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A coordinating skill can invoke specialized skills and compile one report.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or skill?</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Stays a command</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file, no supporting assets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always invoke it yourself</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Cheap to write, trivial to read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Promote to a skill</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Needs scripts, references, templates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should find it on its own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Shared, versioned, eval-tested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.claude/commands/git/pr.md invokes as /git:pr - subfolder namespacing keeps a 30-command library findable (verify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Human-invoked or model-invoked?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Human-invoked skill</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disable-model-invocation: true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Explicit /name invocation</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$ARGUMENTS for parameters</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par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Model-invoked skill</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may load it when relevant</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Description matching is critical</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Reusable context or safe workflows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2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do exit codes 0 and 2 mean?</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Advisory vs blocking</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How does a hook receive its data?</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environment variables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two of the five handler types</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runs when the event fires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Command vs skill - who decides when?</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Intent and invocation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2B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Lab 2B: Hooks and Human-Invoked Skills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enforcement wired into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 hook, advisory-then-blocking secret hook, matcher scoping, /review skill.</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stop after the blocking hook.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Blocked write triggers a visible self-correction; matcher gap found and closed; committed.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back in 45</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Advanced Skill Systems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From skills that exist to skills that are proven.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maturity model</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L1: Prompt</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Repeated from memory.</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L2: Skill</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SKILL.md + refs, in git.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L3: System</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Evals, hooks, monitoring.</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Uplift or encoded preference?</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cke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Capability uplift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Teaches Claude something it can't do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May expire as models improve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base model now match it?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Encoded preference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YOUR workflow, sequenced YOUR way</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Survives model upgrades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it still match your process?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SYSTEMS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patterns for skill systems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pile of skills makes YOU the glue. Systems chain them.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Shared context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skill reads the same CLAUDE.md and rules.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ar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 as input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skill writes structured files, the next reads them.</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Scheduled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Hooks and CI trigger skill chains automatically.</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Files are the API between skills - loose coupling, inspectable at every step.</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ADVANCED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that carry hooks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/careful</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Invoked skill registers PreToolUse blocks on rm -rf, force-push, DROP.</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/freeze</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Blocks edits outside one directory during focused debugging.</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metering</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PreToolUse hook logs which skills fire - finds under-triggering.</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hooks are session-scoped - they activate when the skill is invoked and vanish at session end.</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TESTING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testing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Evaluate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run test prompts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pass/fail per prompt</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Fix</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sharpen the skill</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Retest</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green</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DIAGNOSIS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Symptom to fix, fast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activates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5+ trigger phrases to the description.</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skill fires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'do NOT use for...' boundaries.</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Close but not right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Replace vague instructions with testable ones.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Fails on real data</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edge-case handling for messy input.</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Adds extra commentary</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an 'output ONLY X' constraint.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BENCHMARKING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A/B: is your skill helping?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prompts, twice - with the skill and without.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With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instructions steer the output.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Baseline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Raw Claude - improves with every model release.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Blind judge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agent picks the winner, unbiased.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baseline wins, retire the skill - an outdated skill can hold a newer model back.</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STATISTICS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run is an anecdote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 it 5x</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Same eval, five times.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See the spread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6/8, 7/8, 5/8 - normal.</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Use the band</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Report the min-max.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Then compare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Trust gaps beyond the band.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TOOLING</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skill-creator: the meta-skill</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Anthropic's official plugin - use AI to build and test AI automation.</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Create</a:t>
            </a:r>
            <a:r>
              <a:rPr sz="1400" b="0">
                <a:solidFill>
                  <a:srgbClr val="ACACB4"/>
                </a:solidFill>
                <a:latin typeface="Instrument Sans"/>
              </a:rPr>
              <a:t>  -  scaffold a well-structured skill</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Improve</a:t>
            </a:r>
            <a:r>
              <a:rPr sz="1400" b="0">
                <a:solidFill>
                  <a:srgbClr val="ACACB4"/>
                </a:solidFill>
                <a:latin typeface="Instrument Sans"/>
              </a:rPr>
              <a:t>  -  tune descriptions that under-trigger</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Evaluate</a:t>
            </a:r>
            <a:r>
              <a:rPr sz="1400" b="0">
                <a:solidFill>
                  <a:srgbClr val="ACACB4"/>
                </a:solidFill>
                <a:latin typeface="Instrument Sans"/>
              </a:rPr>
              <a:t>  -  write and run evals, no code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Benchmark</a:t>
            </a:r>
            <a:r>
              <a:rPr sz="1400" b="0">
                <a:solidFill>
                  <a:srgbClr val="ACACB4"/>
                </a:solidFill>
                <a:latin typeface="Instrument Sans"/>
              </a:rPr>
              <a:t>  -  pass rate, time, tokens vs baseline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eval your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Should-trigger and should-not lists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Recording pass/fail honestly</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Description fixes from failures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an eval set for my code-review skill: 5 prompts that SHOULD trigger it and 3 that should NOT. Run each, report which fired correctly as a pass/fail table.</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Analyze the failures and propose one improved description. Show old vs new side by side.</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HORIZON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become specifications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Where Anthropic says this is going.</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Today a SKILL.md tells Claude HOW - step-by-step procedure.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Tomorrow it may only state WHAT - the model finds the how.</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evals already describe the what. They are future-proof.</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eval and benchmark live</a:t>
            </a:r>
          </a:p>
        </p:txBody>
      </p:sp>
      <p:pic>
        <p:nvPicPr>
          <p:cNvPr id="4" name="Picture 3" descr="bg_14.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Run the eval set - see pass/fail</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Benchmark: skill vs raw baseline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Fix the description, rerun, compare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3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the three maturity levels</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value compounds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Uplift vs preference - which expires?</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model releases change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the A/B judge honest?</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Bias removal</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are files, in a skill system?</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interface between skills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2C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2C: Advanced Skill Workflows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prove your skill earns its 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Eval set (5+5), a 5-run variance band, benchmark verdict, improved description.</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run evals and the variance band, skip the benchmark.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Variance band recorded; verdict uses the band, not a single run; all in the repo.</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then we ship it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Plugins &amp; Marketplaces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Package your standards and ship them to the team.</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 plugin bundles your extension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Everything from today, packaged as one installable unit.</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 &amp; commands</a:t>
            </a:r>
            <a:r>
              <a:rPr sz="1400" b="0">
                <a:solidFill>
                  <a:srgbClr val="ACACB4"/>
                </a:solidFill>
                <a:latin typeface="Instrument Sans"/>
              </a:rPr>
              <a:t>  -  recommended skills plus legacy commands</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Agents</a:t>
            </a:r>
            <a:r>
              <a:rPr sz="1400" b="0">
                <a:solidFill>
                  <a:srgbClr val="ACACB4"/>
                </a:solidFill>
                <a:latin typeface="Instrument Sans"/>
              </a:rPr>
              <a:t>  -  specialized subagents, namespaced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event-driven enforcement on enable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MCP &amp; LSP</a:t>
            </a:r>
            <a:r>
              <a:rPr sz="1400" b="0">
                <a:solidFill>
                  <a:srgbClr val="ACACB4"/>
                </a:solidFill>
                <a:latin typeface="Instrument Sans"/>
              </a:rPr>
              <a:t>  -  external tools and code intelligence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MCP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 one slide (Day 3 deep)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protocol that connects Claude to external tools.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standard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one server, any MCP client can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Config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at project root; /mcp verifies connection.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In plugins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Plugins can ship preconfigured MCP servers.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Tool search defers MCP tool schemas by default; inspect server instructions, data access, and any alwaysLoad exceptions.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EVALUATION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Inspect before you install</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Publisher and provenance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Who owns it, where is the source, and is the release maintained?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Components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List skills, agents, hooks, scripts, MCP/LSP servers, and dependencies.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Authority</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can execute, which credentials it inherits, and which files or commands it can touch?</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Data flow</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leaves the machine, which provider receives it, and where state is stored?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Lifecycle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Version pinning, auto-update behavior, disable/uninstall path, and rollback.</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 marketplace is a catalog, not a security boundary. “Official marketplace” does not make every publisher Anthropic.</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From browse to running</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Browse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Discover tab</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Install</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name@marketplace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Verify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list or claude plugin list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Use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namespaced commands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AUTHORING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Author a plugin in five steps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init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Create a skills-directory scaffold.</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F5F5F6.png"/>
          <p:cNvPicPr>
            <a:picLocks noChangeAspect="1"/>
          </p:cNvPicPr>
          <p:nvPr/>
        </p:nvPicPr>
        <p:blipFill>
          <a:blip r:embed="rId2"/>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Add</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Add skills, hooks, and agents.</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2"/>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Declare</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Set manifest name and paths.</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2"/>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Test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Validate --strict; test @skills-dir.</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2"/>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Publish</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Place under marketplace/plugins and index.</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plugin trust hierarchy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or Anthropic-maintained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default confidence, but still confirm the exact component and version.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Approved internal marketplace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Organization-curated, versioned, and governed for your environment.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marketplace, third-party publisher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Discoverable through Anthropic; publisher and maintenance can still be external.</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Any external marketplace or direct source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Untrusted until source, data flow, permissions, and updates are reviewed.</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Plugins can execute code, hooks, commands, and MCP/LSP servers with your user privileges. Treat them like executable dependencies.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OPERATIONS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Plugin estate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Inventory, deactivate, and remove without guessing.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claude plugin list/details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See installed state, scope, and contributed components.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disable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Stop loading a plugin while preserving the installation.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x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uninstall</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Remove it at the intended user, project, or local scope.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Refresh catalog metadata with /plugin marketplace update; apply changes with /reload-plugins when the install summary requests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package your toolkit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plugin init scaffolding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Manifest that maps your assets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Local install as the smoke test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Run claude plugin init dashboard-toolkit --with skills hooks. Move the reviewed skills and hooks into the scaffold; update the manifest.</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Validate --strict. Show the component inventory, executable code, credentials, network destinations, and rollback path.</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Project config or plugin?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Project config (.claude/)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repo's standards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Travels via git clone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Editable by the whole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Plugin (.claude-plugin/)</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Standards across MANY repos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Installed from a marketplace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Read-only - versioned centrally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VERSIONING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Safe change or breaking change?</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Safe (minor / patch)</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Add a new skill or command</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Sharpen a description, fix docs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Bug-fix a hook, same behavior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warn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Breaking (major)</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Rename or remove a command</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hook now blocks what it allowed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New credential or tool scope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Consumers update on your schedule, not theirs - a renamed command breaks every teammate's scripts overnight.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GOVERNANCE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Publishing to the internal catalog</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Propose</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 against the marketplace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Review</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Security checklist, two eyes.</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Version</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Semver bump plus changelog.</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Announce</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Changelog to the team channel.</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Deprecate</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Sunset path - never delete.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marketplace to running</a:t>
            </a:r>
          </a:p>
        </p:txBody>
      </p:sp>
      <p:pic>
        <p:nvPicPr>
          <p:cNvPr id="4" name="Picture 3" descr="bg_18.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Install skill-creator from the official marketplace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Inspect with /plugin list and claude plugin details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Validate and publish dashboard-toolkit to a local team marketplace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4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core components can a plugin contribute?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day's whole stack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Where does the manifest live?</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the project root</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a git repo a marketplace?</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Less than you think</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Why treat plugins like dependencies?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they can run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2D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2D: Package and Ship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toolkit, on a real team marketplace.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my-toolkit plugin published to the class marketplace repo, installed by a peer.</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local-path install counts.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classmate installs YOUR plugin and runs your /command.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Your Toolkit</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built, and the bridge to Day 3.</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complete extension stack</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Skills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Domain playbooks, tested with evals - Lab 2A + 2C.</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Hooks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Deterministic enforcement across 31 events - Lab 2B.</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Invocation controls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Human-invoked skills via /slash - Lab 2B.</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of it packaged, published, peer-installed - Lab 2D.</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hare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External tools, context-cost aware - Day 3 goes deep.</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PRINCIPLES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principles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Day 2 engineering mindset in three lines.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don't repeat - said 3x means CLAUDE.md, did 3x means a command, checked 3x means a hook.</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without evals is a hope, not an asset.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Systems beat collections - files are the API between skills.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extend your toolkit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small artifacts before Day 3 - all in your real work.</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 your actual project, with references, eval-tested.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human-invoked skill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daily /workflow with explicit invocation control.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hook</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safety rule, committed to git.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Bring all three tomorrow - Day 3 wires them into subagents and CI.</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CLOSE - DAY 3 BRIDGE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Skills + subagents: the multiplier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Tomorrow your standards stop being loaded - they get delegated.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Today</a:t>
            </a:r>
            <a:r>
              <a:rPr sz="1400" b="0">
                <a:solidFill>
                  <a:srgbClr val="ACACB4"/>
                </a:solidFill>
                <a:latin typeface="Instrument Sans"/>
              </a:rPr>
              <a:t>  -  skills load into one session on demand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Tomorrow</a:t>
            </a:r>
            <a:r>
              <a:rPr sz="1400" b="0">
                <a:solidFill>
                  <a:srgbClr val="ACACB4"/>
                </a:solidFill>
                <a:latin typeface="Instrument Sans"/>
              </a:rPr>
              <a:t>  -  subagents run your skills in parallel, isolated</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payoff</a:t>
            </a:r>
            <a:r>
              <a:rPr sz="1400" b="0">
                <a:solidFill>
                  <a:srgbClr val="ACACB4"/>
                </a:solidFill>
                <a:latin typeface="Instrument Sans"/>
              </a:rPr>
              <a:t>  -  a security-review agent per PR, automatically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END OF DAY 2</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You taught it your standards</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you shipped</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Two tested skills, two hooks, and a validated plugin a classmate installed from a team marketplace. All committed, all portable.</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3 multiplies it: MCP in depth, subagents and agent teams running your skills in parallel, and headless CI/CD with cost controls.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