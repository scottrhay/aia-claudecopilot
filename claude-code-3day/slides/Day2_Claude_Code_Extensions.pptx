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 One more failure mode that bites power users with many plugins: the listing budget. Claude Code injects every skill's name and description into context so matching can happen - that listing is budgeted at roughly one percent of the model's context window. Overflow it and Claude Code silently drops the descriptions of your least-recently-used skills - the names stay, but auto-triggering dies, because Claude can't match a description it never sees. Run /doctor to see the listing's cost and biggest contributors. Fixes, in order: uninstall plugin packs you don't use, raise skillListingBudgetFraction in settings - 0.02 doubles it - or mark low-priority skills name-only via skillOverrides. If someone asks how they'd ever notice, the answer is: a skill that used to fire just quietly stops - which is exactly why /doctor and /context are your first stops, not your last. (verify at delivery - budget fraction and setting names from the current skills doc.) And the fastest diagnostic of all, the one that saves you an afternoon: the clean-profile bisect. Launch Claude Code with CLAUDE_CONFIG_DIR pointed at an empty directory, install only the skill you are debugging, and try again. If it triggers there, the skill is fine and something in your real config is the problem - a listing budget you have blown, a competing description, a plugin shadowing it. If it still fails in a clean profile, the problem is the skill itself and you can stop suspecting your environment. That is the safe-mode question for Claude Code: is it my config, or is it the tool? Remind them they already have the command - Lab 0 Step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SAY: Live demo - build a skill, watch it fire, then break it. DEMO SETUP: I have the business-dashboard project open in Claude Code with a clean session, and src/routes/tasks.js visible in the editor. STEPS: Step one - I paste the creation prompt from the previous slide: Create a skill at .claude/skills/code-review/SKILL.md in the current project directory, with the trigger phrases and read-only tools - and we watch Claude scaffold the folder and file. Step two - I run: Review the code in src/routes/tasks.js - and I will point at the skill-activation line in the transcript so you see the moment it loads. Step three - I edit the description down to just the words reviews code, restart the session, run the same review prompt, and it no longer fires. Then I run /doctor and it flags the unused skill by name. EXPECTED: structured findings with the checklist format in step two; silent failure in step three; /doctor names the culprit. RECOVERY: if anything misbehaves, I copy in the pre-built skill from the instructor repo checkpoint and rerun - and if /doctor output differs from what I described, I show the saved screenshot from the runbook instead. ASK as debrief: What would change if this skill were shared with your whole team through git? expect: the description has to match everyone's phrasing, not just mine. SAY-NEXT: 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SAY: Lab 2A - build your first skill. Here are the cues. Deliverable: a working code-review skill in your toolkit repo - SKILL.md plus a references checklist. Timebox: thirty minutes; we reconvene at ten-thirty sharp for the break. Success checklist, on screen: the skill fires on three different phrasings, /doctor shows it as used, and it is committed to git. If you fall behind: drop the references folder and ship the skill alone - the minimum artifact is the skill firing on one phrasing. Everything you need is in the lab guide; the paste-this prompt from earlier is your starting point. I will walk the room during the build - and I will tell you now, the common sticking point is the description, so if your skill will not fire, that is the first line to fix, and wave me over. [CRESCENDO L3] ASK at debrief, when we regroup: two volunteers - share your trigger phrases and one phrasing that failed. expect: real phrasings are shorter and messier than the ones you drafted - that is the lesson landing. SAY-NEXT: 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SAY: Live demo - the audit-log hook, wired and fired. DEMO SETUP: business-dashboard project open, .claude/hooks folder created, split terminal running tail dash f on .claude-audit.log. STEPS: Step one - I paste in audit-log.sh: it captures stdin with json equals dollar-paren-cat, pulls tool underscore name and file underscore path with jq, and appends a timestamped line. Then I register it in settings.json under PostToolUse with an empty matcher - every tool. Step two - I prompt Claude: add a comment header to src/utils/helpers.js - and we watch the log line appear in the tail pane within a second of the edit. Step three - I add a PreToolUse hook matching Bash that exits 2 on rm dash rf, then prompt Claude to clean the temp folder with rm dash rf - and we watch the block. EXPECTED: the audit line lands in step two, and in step three the dangerous command is refused, with the hook's stderr reason visible - and notice Claude reading that reason and proposing a safer cleanup. RECOVERY: if it misbehaves, I switch to the pre-wired branch - git checkout hooks-demo - and rerun; and if jq is missing on this machine, I use the node variant from the runbook. ASK as debrief: What would change if you wanted this hook only for one subagent? expect: register it at the subagent level - that is a Day 3 pattern. SAY-NEXT: 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SAY: Lab 2B - enforcement wired into your toolkit repo. The cues. Deliverable, in order: the PostToolUse format hook; then the secret-detection hook built in two deliberate stages - advisory first, exit 0, it warns but the write still lands - then promoted to blocking, exit 2, the write stops, and watch what Claude does next: it reads your stderr reason and rewrites using process.env on its own. Nobody tells it to. That self-correction is the money moment of the day - do not miss it. Then the matcher-scoping step: prove your Write-only matcher misses the Edit tool, widen it to Write pipe Edit, retest. Finish with the human-invoked /review skill and commit everything. Timebox: thirty minutes; if behind, stop after the blocking hook works - that is the minimum artifact. Success checklist on screen: a blocked write triggers a visible self-correction, the matcher gap is found and closed, and it is all committed. [CRESCENDO L3] ASK at debrief: two volunteers - what exactly did Claude do the moment your block landed? expect: it read the reason and switched to an environment variable without being told - that is the feedback loop in action. SAY-NEXT: 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SAY: Live demo - eval and benchmark, the full cycle. DEMO SETUP: project open with this morning's code-review skill in place, and the eval prompt from the follow-along ready to paste into a fresh session. STEPS: Step one - I run the eval-set prompt and we read the pass-fail table together; watch for a should-NOT-trigger prompt that fired anyway - that is the over-triggering failure mode, and it is sneakier than under-triggering. Step two - the benchmark: I rename SKILL.md to SKILL.md.bak, run Review the code in src/routes/tasks.js with no skill, restore the file, and put both outputs side by side. Step three - I apply the improved description from the eval analysis and rerun the failed prompts; we watch them flip to pass. EXPECTED: the skilled output shows our structured checklist format; baseline is competent but generic prose - and the description fix visibly raises the pass rate. RECOVERY: if the two outputs look too similar to teach from, I swap in the deliberately-weak skill variant from the instructor repo, which shows a dramatic gap; and if the session gets noisy, /clear and rerun step two only. ASK as debrief: What changes in this exercise the day a new model releases? expect: baseline improves, so the bar for keeping your skill rises - re-run the benchmark. SAY-NEXT: 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SAY: Lab 2C - prove your skill earns its place. The cues. Deliverable: an eval set of five should-trigger and five should-not prompts; a run-variance band from running one eval prompt five times; an A/B benchmark verdict against raw Claude; and one description improvement derived from a real failure - all recorded in your toolkit repo. The new discipline, and I will hold you to it: no conclusion from a single run. Five runs minimum, and an A/B gap smaller than your run-to-run spread is noise, not signal - write your verdict using the band. Timebox: thirty minutes; if behind, run the evals and the variance band and skip the benchmark - the eval table plus the band is the minimum artifact. A recovery checkpoint is available if you missed Lab 2A or 2B - grab me. Success checklist on screen: variance band recorded, verdict phrased against the band rather than a single run, everything committed. [CRESCENDO L3] ASK at debrief: who found their skill LOSING to baseline - and was the loss bigger than your band? expect: one or two people retire or rewrite a skill on the spot - that is exactly the muscle this lab builds. SAY-NEXT: 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SAY: Live demo - marketplace to running, the full round trip. DEMO SETUP: terminal open in the business-dashboard project, clean Claude Code session, and the empty team-marketplace repo URL from the runbook on my clipboard. STEPS: Step one - I run /plugin install skill-creator at claude-plugins-official and we read the install output together: what arrived, what it contributed. Step two - /plugin list shows the installed state; I open the plugin folder, walk the plugin.json manifest, and point at the namespaced skill names - notice nothing collides with the local skills you built today. Step three - the team side: I push the my-toolkit plugin from the follow-along to the team repo, run /plugin marketplace add on that repo, and install my-toolkit from it. EXPECTED: skill-creator lands namespaced in step two, and in step three the class's own plugin installs from the team marketplace exactly like an official one - same flow, same commands; that symmetry is the point of the demo. RECOVERY: if network or auth blocks the marketplace step, I install from the local path instead and show the saved terminal capture of the marketplace flow from the runbook. ASK as debrief: What changes if the plugin also ships an MCP server? expect: it may need /reload-plugins when the summary says so - and a trust review BEFORE install, because now data can leave the machine. SAY-NEXT: 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SAY: Lab 2D - package and ship, the finale. The cues. Deliverable: your my-toolkit plugin - skill, hooks, command - packaged with the current claude plugin init scaffold, validated dash-dash-strict, published to the shared class marketplace repo, and then installed by a peer. That last clause is the real test: software is not shipped until someone else runs it. Timebox: thirty minutes; if behind, a local-path install that passes verification counts - that is the minimum artifact. Success checklist on screen: manifest valid, plugin visible on the class marketplace, and a classmate runs YOUR namespaced command in THEIR project. Expect the cross-machine step to surface surprises - that is the lab working, not failing. [CRESCENDO L3] ASK at debrief: pairs - share one thing that broke crossing machines. expect: hardcoded paths and missing tool assumptions - exactly the class of bug that packaging exists to surface, and better here than in production. SAY-NEXT: 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Listing over budget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Many skills installed? The name+description listing has a context budget - least-used descriptions get dropped.</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Skill listing budget = ~1% of context. Over it, least-used DESCRIPTIONS drop - names stay, auto-trigger dies.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