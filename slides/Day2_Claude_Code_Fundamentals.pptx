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1" dt="2026-03-01T23:11:54.8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custSel modSld">
      <pc:chgData name="Scott Hay" userId="e95d3f44-f6c0-414c-b281-41a9346c1b81" providerId="ADAL" clId="{4D76341F-F64C-4A8E-A4EF-1A11730F38E9}" dt="2026-03-01T23:12:00.985" v="59" actId="478"/>
      <pc:docMkLst>
        <pc:docMk/>
      </pc:docMkLst>
      <pc:sldChg chg="modSp mod">
        <pc:chgData name="Scott Hay" userId="e95d3f44-f6c0-414c-b281-41a9346c1b81" providerId="ADAL" clId="{4D76341F-F64C-4A8E-A4EF-1A11730F38E9}" dt="2026-03-01T23:11:55.081" v="58" actId="27636"/>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1T23:11:55.081" v="58" actId="27636"/>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1T23:11:55.045" v="47"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1T23:11:55.045" v="47"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
              <a:t>Git installed and configured</a:t>
            </a:r>
            <a:br/>
            <a:r>
              <a:t>VS Code or JetBrains IDE (optional)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Account</a:t>
            </a:r>
          </a:p>
          <a:p>
            <a:pPr algn="ctr">
              <a:spcBef>
                <a:spcPts val="800"/>
              </a:spcBef>
              <a:defRPr sz="1300">
                <a:solidFill>
                  <a:srgbClr val="8B95A5"/>
                </a:solidFill>
              </a:defRPr>
            </a:pPr>
            <a:r>
              <a:t>Anthropic account (Pro or Max plan)</a:t>
            </a:r>
            <a:br/>
            <a:r>
              <a:t>Claude Code CLI: npm install -g @anthropic-ai/claude-code</a:t>
            </a:r>
            <a:br/>
            <a:r>
              <a:t>Authenticate: claude login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Method 1: Global install via npm (recommended)</a:t>
            </a:r>
          </a:p>
          <a:p>
            <a:pPr>
              <a:defRPr sz="1400">
                <a:solidFill>
                  <a:srgbClr val="FFFFFF"/>
                </a:solidFill>
                <a:latin typeface="Consolas"/>
              </a:defRPr>
            </a:pPr>
            <a:r>
              <a:t>npm install -g @anthropic-ai/claude-code</a:t>
            </a:r>
          </a:p>
          <a:p>
            <a:pPr>
              <a:defRPr sz="1400">
                <a:solidFill>
                  <a:srgbClr val="FFFFFF"/>
                </a:solidFill>
                <a:latin typeface="Consolas"/>
              </a:defRPr>
            </a:pPr>
            <a:endParaRPr/>
          </a:p>
          <a:p>
            <a:pPr>
              <a:defRPr sz="1400">
                <a:solidFill>
                  <a:srgbClr val="FFFFFF"/>
                </a:solidFill>
                <a:latin typeface="Consolas"/>
              </a:defRPr>
            </a:pPr>
            <a:r>
              <a:t># Method 2: Homebrew (macOS/Linux)</a:t>
            </a:r>
          </a:p>
          <a:p>
            <a:pPr>
              <a:defRPr sz="1400">
                <a:solidFill>
                  <a:srgbClr val="FFFFFF"/>
                </a:solidFill>
                <a:latin typeface="Consolas"/>
              </a:defRPr>
            </a:pPr>
            <a:r>
              <a:t>brew install claude-code</a:t>
            </a:r>
          </a:p>
          <a:p>
            <a:pPr>
              <a:defRPr sz="1400">
                <a:solidFill>
                  <a:srgbClr val="FFFFFF"/>
                </a:solidFill>
                <a:latin typeface="Consolas"/>
              </a:defRPr>
            </a:pPr>
            <a:endParaRPr/>
          </a:p>
          <a:p>
            <a:pPr>
              <a:defRPr sz="1400">
                <a:solidFill>
                  <a:srgbClr val="FFFFFF"/>
                </a:solidFill>
                <a:latin typeface="Consolas"/>
              </a:defRPr>
            </a:pPr>
            <a:r>
              <a:t># Method 3: npx (no install, always latest)</a:t>
            </a:r>
          </a:p>
          <a:p>
            <a:pPr>
              <a:defRPr sz="1400">
                <a:solidFill>
                  <a:srgbClr val="FFFFFF"/>
                </a:solidFill>
                <a:latin typeface="Consolas"/>
              </a:defRPr>
            </a:pPr>
            <a:r>
              <a:t>npx @anthropic-ai/claude-code</a:t>
            </a:r>
          </a:p>
          <a:p>
            <a:pPr>
              <a:defRPr sz="1400">
                <a:solidFill>
                  <a:srgbClr val="FFFFFF"/>
                </a:solidFill>
                <a:latin typeface="Consolas"/>
              </a:defRPr>
            </a:pPr>
            <a:endParaRPr/>
          </a:p>
          <a:p>
            <a:pPr>
              <a:defRPr sz="1400">
                <a:solidFill>
                  <a:srgbClr val="FFFFFF"/>
                </a:solidFill>
                <a:latin typeface="Consolas"/>
              </a:defRPr>
            </a:pPr>
            <a:r>
              <a:t># Verify installation</a:t>
            </a:r>
          </a:p>
          <a:p>
            <a:pPr>
              <a:defRPr sz="1400">
                <a:solidFill>
                  <a:srgbClr val="FFFFFF"/>
                </a:solidFill>
                <a:latin typeface="Consolas"/>
              </a:defRPr>
            </a:pPr>
            <a:r>
              <a:t>claude --version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26601</Words>
  <Application>Microsoft Office PowerPoint</Application>
  <PresentationFormat>Widescreen</PresentationFormat>
  <Paragraphs>2913</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2026-03-01T23:12:05Z</dcterms:modified>
  <cp:category/>
</cp:coreProperties>
</file>