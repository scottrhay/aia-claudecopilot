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73" r:id="rId126"/>
    <p:sldId id="374" r:id="rId127"/>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 Id="rId126" Type="http://schemas.openxmlformats.org/officeDocument/2006/relationships/slide" Target="slides/slide118.xml"/><Relationship Id="rId127" Type="http://schemas.openxmlformats.org/officeDocument/2006/relationships/slide" Target="slides/slide1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a:p>
            <a:br/>
            <a:br/>
            <a:r>
              <a:t>OPENING HOOK: Before anything else, ask the room: "How long would it take you to build a dashboard with an API, a database, a frontend, input validation, logging, CSV export, and clean git history?" Someone will say a day or two. Then say: "By 4pm today, you'll have done it in about 3 hours — and you'll barely touch the keyboard." Let that land, then move to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a:p>
            <a:br/>
            <a:br/>
            <a:r>
              <a:t>ANALOGY TABLE (draw on whiteboard or just speak it):</a:t>
            </a:r>
            <a:br/>
            <a:r>
              <a:t>Human Brain → Claude Code:</a:t>
            </a:r>
            <a:br/>
            <a:r>
              <a:t>Working memory → Context window (what Claude is thinking about RIGHT NOW)</a:t>
            </a:r>
            <a:br/>
            <a:r>
              <a:t>Short-term memory → Session history (this conversation)</a:t>
            </a:r>
            <a:br/>
            <a:r>
              <a:t>Long-term memory → CLAUDE.md (persists across sessions)</a:t>
            </a:r>
            <a:br/>
            <a:r>
              <a:t>Muscle memory → Skills &amp; slash commands (automatic behaviors)</a:t>
            </a:r>
            <a:br/>
            <a:r>
              <a:t>Everything you learn today is about managing these four layers. That's the whole game.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a:p>
            <a:br/>
            <a:br/>
            <a:r>
              <a:t>SIMPLIFY THIS FOR THE ROOM: "Context is your budget. You have about 200K tokens. Here's what eats it: conversation history, code files Claude reads, MCP tool descriptions, docs and URLs. Here's how you manage it: /clear resets the conversation, /compact compresses history, .claudeignore excludes files, and @ mentions load only what you need. That's it — four tools to manage your budget." </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OPEN WITH: Last lab of the day — you're going to ship this dashboard with production hardening, feature branches, and a scaling review.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Before the labs, be honest about limitations. Every fix listed here is a skill they practice in the labs. This slide builds enormous credibility with skeptics.</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The skill is delegation — clear intent, right context, let Claude do the work. Same skill that makes great engineering managers. Then launch Lab 2A.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Labs 2B-2D: Policy, Recovery, Ship It</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Teaching Claude Your Codebase — policy enforcement, security audit, draft your own</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token efficiency, disaster recovery, AI debugging</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production readiness review, feature branches, scaling analysis</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When Claude Code Fails</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Honesty builds trust. Here's where it struggles — and how to fix it.</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Ambiguous instructions:  </a:t>
            </a:r>
            <a:r>
              <a:rPr sz="1800">
                <a:solidFill>
                  <a:srgbClr val="FFFFFF"/>
                </a:solidFill>
              </a:rPr>
              <a:t>Claude guesses wrong. Fix: be specific.</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Huge codebase, no docs:  </a:t>
            </a:r>
            <a:r>
              <a:rPr sz="1800">
                <a:solidFill>
                  <a:srgbClr val="FFFFFF"/>
                </a:solidFill>
              </a:rPr>
              <a:t>Claude drowns in context. Fix: CLAUDE.md + .claudeignore</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Complex state across files:  </a:t>
            </a:r>
            <a:r>
              <a:rPr sz="1800">
                <a:solidFill>
                  <a:srgbClr val="FFFFFF"/>
                </a:solidFill>
              </a:rPr>
              <a:t>Claude loses track. Fix: @ mentions to focus.</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Missing dependencies:  </a:t>
            </a:r>
            <a:r>
              <a:rPr sz="1800">
                <a:solidFill>
                  <a:srgbClr val="FFFFFF"/>
                </a:solidFill>
              </a:rPr>
              <a:t>Build fails silently. Fix: describe your environment.</a:t>
            </a:r>
          </a:p>
        </p:txBody>
      </p:sp>
      <p:sp>
        <p:nvSpPr>
          <p:cNvPr id="8" name="TextBox 7"/>
          <p:cNvSpPr txBox="1"/>
          <p:nvPr/>
        </p:nvSpPr>
        <p:spPr>
          <a:xfrm>
            <a:off x="1097280" y="4937760"/>
            <a:ext cx="9144000" cy="640080"/>
          </a:xfrm>
          <a:prstGeom prst="rect">
            <a:avLst/>
          </a:prstGeom>
          <a:noFill/>
        </p:spPr>
        <p:txBody>
          <a:bodyPr wrap="square">
            <a:spAutoFit/>
          </a:bodyPr>
          <a:lstStyle/>
          <a:p>
            <a:r>
              <a:rPr sz="2000" b="1">
                <a:solidFill>
                  <a:srgbClr val="00D4AA"/>
                </a:solidFill>
              </a:rPr>
              <a:t>One massive prompt:  </a:t>
            </a:r>
            <a:r>
              <a:rPr sz="1800">
                <a:solidFill>
                  <a:srgbClr val="FFFFFF"/>
                </a:solidFill>
              </a:rPr>
              <a:t>Claude tries too much. Fix: break into smaller tasks.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The Real Skill: Delegation</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You're not learning to prompt. You're learning to manage an AI engineer.</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"Write authentication."</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"Add JWT auth to @auth.js using the middleware pattern in @payments.js"</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"Fix the bug."</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"POST /api/tasks returns 500. Check @src/routes/tasks.js for the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