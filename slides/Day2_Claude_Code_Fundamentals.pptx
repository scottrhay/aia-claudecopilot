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Labs 2B-2D: Policy, Recovery, Ship It</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