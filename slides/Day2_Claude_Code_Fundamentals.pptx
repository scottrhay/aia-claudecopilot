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72" d="100"/>
          <a:sy n="72" d="100"/>
        </p:scale>
        <p:origin x="2016" y="29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49:32.898" v="82" actId="108"/>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49:32.898" v="82" actId="108"/>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48:51.608" v="65" actId="14100"/>
          <ac:spMkLst>
            <pc:docMk/>
            <pc:sldMk cId="0" sldId="265"/>
            <ac:spMk id="11" creationId="{00000000-0000-0000-0000-000000000000}"/>
          </ac:spMkLst>
        </pc:spChg>
        <pc:spChg chg="mod">
          <ac:chgData name="Scott Hay" userId="e95d3f44-f6c0-414c-b281-41a9346c1b81" providerId="ADAL" clId="{4D76341F-F64C-4A8E-A4EF-1A11730F38E9}" dt="2026-03-02T01:49:32.898" v="82" actId="108"/>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Feeding Techniques.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 me show you a real scenario - I'm going to optimize context and watch tokens drop.</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Alright, I'm going to run through a rapid-fire demo of the most useful commands in one session.</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the difference between asking Claude to just DO something versus asking it to PLAN first.</a:t>
            </a:r>
          </a:p>
          <a:p>
            <a:endParaRPr/>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endParaRPr/>
          </a:p>
          <a:p>
            <a:r>
              <a:t>DEMO:</a:t>
            </a:r>
          </a:p>
          <a:p>
            <a:r>
              <a:t>   Use sample-project. First attempt: 'Add JWT authentication to this API' without planning. Show the mess. Then /clear, Shift+Tab, same prompt. Show the clean plan. Approve and execute.</a:t>
            </a:r>
          </a:p>
          <a:p>
            <a:endParaRPr/>
          </a:p>
          <a:p>
            <a:r>
              <a:t>TRANSITION:</a:t>
            </a:r>
          </a:p>
          <a:p>
            <a:r>
              <a:t>   Plan Mode is your first line of defense. Now let's talk about another pattern that prevents wasted work.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p>
          <a:p>
            <a:endParaRPr/>
          </a:p>
          <a:p>
            <a:r>
              <a:t>OPEN WITH:</a:t>
            </a:r>
          </a:p>
          <a:p>
            <a:r>
              <a:t>   Let me show you this live. I'm going to write a spec using the 6-question framework, then give it to Claude Code. Watch the difference in output quality.</a:t>
            </a:r>
          </a:p>
          <a:p>
            <a:endParaRPr/>
          </a:p>
          <a:p>
            <a:r>
              <a:t>KEY POINTS:</a:t>
            </a:r>
          </a:p>
          <a:p>
            <a:r>
              <a:t>   * First, I'll show the vague version: 'Add a health check endpoint to the API.' Claude will do something — probably a simple GET /health that returns 200. Functional, but minimal.</a:t>
            </a:r>
          </a:p>
          <a:p>
            <a:r>
              <a:t>   * Now the spec version. Problem: We need monitoring visibility for our production deployment. Users: DevOps team checking uptime, load balancer health probes. Requirements: MUST check database connectivity, MUST check external API reachability, MUST return response time for each check, SHOULD include memory and CPU usage, COULD include version info from package.json. Boundaries: Do NOT expose internal error details in production. Do NOT add new dependencies — use built-in Node modules for system stats. Acceptance: Given all services healthy, return 200 with individual check times. Given database down, return 503 with specific failure noted. Constraints: Express app, PostgreSQL via our existing db.js pool, follow error format in src/middleware/errorHandler.js.</a:t>
            </a:r>
          </a:p>
          <a:p>
            <a:r>
              <a:t>   * Watch what Claude produces from this spec. It'll check database connectivity with a timed query. It'll verify external APIs. It'll measure response times. It'll handle partial failures correctly — some services healthy, database down, returns 503 with specifics. It'll follow our existing error format because we told it to.</a:t>
            </a:r>
          </a:p>
          <a:p>
            <a:r>
              <a:t>   * The vague prompt got us a toy. The spec got us a production-ready health check. Same tool. Same model. Same number of tokens. The difference is the 5 minutes I spent thinking before typing.</a:t>
            </a:r>
          </a:p>
          <a:p>
            <a:endParaRPr/>
          </a:p>
          <a:p>
            <a:r>
              <a:t>DEMO:</a:t>
            </a:r>
          </a:p>
          <a:p>
            <a:r>
              <a:t>   If time is tight, show the spec on screen and walk through it verbally rather than live-coding both versions.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Let's configure security boundaries and test them - I want you to see how these controls actually work.</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DEMO:</a:t>
            </a:r>
          </a:p>
          <a:p>
            <a:r>
              <a:t>   Demo steps go here.</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Complete Git workflow automated.</a:t>
            </a:r>
          </a:p>
          <a:p>
            <a:endParaRPr/>
          </a:p>
          <a:p>
            <a:r>
              <a:t>KEY POINTS:</a:t>
            </a:r>
          </a:p>
          <a:p>
            <a:r>
              <a:t>   * End-to-end flow</a:t>
            </a:r>
          </a:p>
          <a:p>
            <a:r>
              <a:t>   * Everything connected</a:t>
            </a:r>
          </a:p>
          <a:p>
            <a:r>
              <a:t>   * Production-ready</a:t>
            </a:r>
          </a:p>
          <a:p>
            <a:endParaRPr/>
          </a:p>
          <a:p>
            <a:r>
              <a:t>REAL-WORLD EXAMPLE:</a:t>
            </a:r>
          </a:p>
          <a:p>
            <a:r>
              <a:t>   This is the daily workflow.</a:t>
            </a:r>
          </a:p>
          <a:p>
            <a:endParaRPr/>
          </a:p>
          <a:p>
            <a:r>
              <a:t>DEMO:</a:t>
            </a:r>
          </a:p>
          <a:p>
            <a:r>
              <a:t>   Live demo: create branch, implement feature, commit, push, create PR. All via Claude Code.</a:t>
            </a:r>
          </a:p>
          <a:p>
            <a:endParaRPr/>
          </a:p>
          <a:p>
            <a:r>
              <a:t>TRANSITION:</a:t>
            </a:r>
          </a:p>
          <a:p>
            <a:r>
              <a:t>   File operations section</a:t>
            </a:r>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Live debugging - real bug, real fix.</a:t>
            </a:r>
          </a:p>
          <a:p>
            <a:endParaRPr/>
          </a:p>
          <a:p>
            <a:r>
              <a:t>KEY POINTS:</a:t>
            </a:r>
          </a:p>
          <a:p>
            <a:r>
              <a:t>   * Complete process</a:t>
            </a:r>
          </a:p>
          <a:p>
            <a:r>
              <a:t>   * Real-world scenario</a:t>
            </a:r>
          </a:p>
          <a:p>
            <a:r>
              <a:t>   * Production techniques</a:t>
            </a:r>
          </a:p>
          <a:p>
            <a:endParaRPr/>
          </a:p>
          <a:p>
            <a:r>
              <a:t>REAL-WORLD EXAMPLE:</a:t>
            </a:r>
          </a:p>
          <a:p>
            <a:r>
              <a:t>   This is what you'll do Monday.</a:t>
            </a:r>
          </a:p>
          <a:p>
            <a:endParaRPr/>
          </a:p>
          <a:p>
            <a:r>
              <a:t>DEMO:</a:t>
            </a:r>
          </a:p>
          <a:p>
            <a:r>
              <a:t>   Run failing test, ask Claude Code to debug, watch it analyze, fix, verify.</a:t>
            </a:r>
          </a:p>
          <a:p>
            <a:endParaRPr/>
          </a:p>
          <a:p>
            <a:r>
              <a:t>TRANSITION:</a:t>
            </a:r>
          </a:p>
          <a:p>
            <a:r>
              <a:t>   Final lab</a:t>
            </a: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Final lab - complete feature workflow.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real example of how Claude Code changes the dynamics between PMs and engineering teams.</a:t>
            </a:r>
          </a:p>
          <a:p>
            <a:endParaRPr/>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endParaRPr/>
          </a:p>
          <a:p>
            <a:r>
              <a:t>ASK THE CLASS:</a:t>
            </a:r>
          </a:p>
          <a:p>
            <a:r>
              <a:t>   "What's the last feature you spec'd that took weeks of back-and-forth? Could a 2-hour prototype have shortcut that?"</a:t>
            </a:r>
          </a:p>
          <a:p>
            <a:r>
              <a:t>   [PAUSE for 30-60 seconds]</a:t>
            </a:r>
          </a:p>
          <a:p>
            <a:endParaRPr/>
          </a:p>
          <a:p>
            <a:r>
              <a:t>TRANSITION:</a:t>
            </a:r>
          </a:p>
          <a:p>
            <a:r>
              <a:t>   Now let's put this into practice. Time for hands-on lab work.</a:t>
            </a:r>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Lab 1: Debug a real authentication bug, write comprehensive tests, generate documentation</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Lab 2: Refactor a legacy module, create feature branch, generate semantic commits, and submit a PR</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Bonus: Custom CLAUDE.md for your team's coding standards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Bonus: .claudeignore patterns optimized for your stack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rPr dirty="0"/>
              <a:t>  Working memory → Context window: Both degrade under load.</a:t>
            </a:r>
          </a:p>
          <a:p>
            <a:pPr>
              <a:spcBef>
                <a:spcPts val="800"/>
              </a:spcBef>
              <a:spcAft>
                <a:spcPts val="800"/>
              </a:spcAft>
              <a:defRPr sz="2200">
                <a:solidFill>
                  <a:srgbClr val="FFFFFF"/>
                </a:solidFill>
              </a:defRPr>
            </a:pPr>
            <a:r>
              <a:rPr dirty="0"/>
              <a:t>  Short-term → Session history: When you study, you move important things from short-term to long-term memory through n...</a:t>
            </a:r>
          </a:p>
          <a:p>
            <a:pPr>
              <a:spcBef>
                <a:spcPts val="800"/>
              </a:spcBef>
              <a:spcAft>
                <a:spcPts val="800"/>
              </a:spcAft>
              <a:defRPr sz="2200">
                <a:solidFill>
                  <a:srgbClr val="FFFFFF"/>
                </a:solidFill>
              </a:defRPr>
            </a:pPr>
            <a:r>
              <a:rPr dirty="0"/>
              <a:t>  Long-term → CLAUDE.</a:t>
            </a:r>
          </a:p>
          <a:p>
            <a:pPr>
              <a:spcBef>
                <a:spcPts val="800"/>
              </a:spcBef>
              <a:spcAft>
                <a:spcPts val="800"/>
              </a:spcAft>
              <a:defRPr sz="2200">
                <a:solidFill>
                  <a:srgbClr val="FFFFFF"/>
                </a:solidFill>
              </a:defRPr>
            </a:pPr>
            <a:r>
              <a:rPr dirty="0"/>
              <a:t>  Muscle memory → Skills / custom commands: Just like you don't consciously think about typing, skills and commands let...</a:t>
            </a:r>
            <a:endParaRPr lang="en-US" dirty="0"/>
          </a:p>
          <a:p>
            <a:pPr>
              <a:spcBef>
                <a:spcPts val="800"/>
              </a:spcBef>
              <a:spcAft>
                <a:spcPts val="800"/>
              </a:spcAft>
              <a:defRPr sz="2200">
                <a:solidFill>
                  <a:srgbClr val="FFFFFF"/>
                </a:solidFill>
              </a:defRPr>
            </a:pPr>
            <a:r>
              <a:rPr lang="en-US" dirty="0"/>
              <a:t>  Scott's framing: Context window is short-term memory.</a:t>
            </a:r>
          </a:p>
          <a:p>
            <a:pPr>
              <a:spcBef>
                <a:spcPts val="800"/>
              </a:spcBef>
              <a:spcAft>
                <a:spcPts val="800"/>
              </a:spcAft>
              <a:defRPr sz="2200">
                <a:solidFill>
                  <a:srgbClr val="FFFFFF"/>
                </a:solidFill>
              </a:defRPr>
            </a:pPr>
            <a:r>
              <a:rPr lang="en-US" dirty="0"/>
              <a:t>  Everything that follows today — CLAUDE.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970628" cy="484632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879188" cy="1371600"/>
          </a:xfrm>
          <a:prstGeom prst="rect">
            <a:avLst/>
          </a:prstGeom>
          <a:noFill/>
        </p:spPr>
        <p:txBody>
          <a:bodyPr wrap="square">
            <a:noAutofit/>
          </a:bodyPr>
          <a:lstStyle/>
          <a:p>
            <a:pPr algn="ctr">
              <a:defRPr sz="1800" b="1">
                <a:solidFill>
                  <a:srgbClr val="FFFFFF"/>
                </a:solidFill>
                <a:latin typeface="Consolas"/>
              </a:defRPr>
            </a:pPr>
            <a:r>
              <a:t>Account</a:t>
            </a:r>
          </a:p>
          <a:p>
            <a:pPr algn="ctr">
              <a:spcBef>
                <a:spcPts val="400"/>
              </a:spcBef>
              <a:defRPr sz="1100">
                <a:solidFill>
                  <a:srgbClr val="8A8F98"/>
                </a:solidFill>
              </a:defRPr>
            </a:pPr>
            <a:r>
              <a:t>Anthropic Pro or Max plan</a:t>
            </a:r>
          </a:p>
          <a:p>
            <a:pPr algn="ctr">
              <a:spcBef>
                <a:spcPts val="400"/>
              </a:spcBef>
              <a:defRPr sz="1100">
                <a:solidFill>
                  <a:srgbClr val="8A8F98"/>
                </a:solidFill>
              </a:defRPr>
            </a:pPr>
            <a:r>
              <a:t>Install: claude.ai/install.sh</a:t>
            </a:r>
          </a:p>
          <a:p>
            <a:pPr algn="ctr">
              <a:spcBef>
                <a:spcPts val="400"/>
              </a:spcBef>
              <a:defRPr sz="1100">
                <a:solidFill>
                  <a:srgbClr val="8A8F98"/>
                </a:solidFill>
              </a:defRPr>
            </a:pPr>
            <a:r>
              <a:t>Authenticate: claude login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26649</Words>
  <Application>Microsoft Office PowerPoint</Application>
  <PresentationFormat>Widescreen</PresentationFormat>
  <Paragraphs>2923</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2026-03-02T01:49:39Z</dcterms:modified>
  <cp:category/>
</cp:coreProperties>
</file>