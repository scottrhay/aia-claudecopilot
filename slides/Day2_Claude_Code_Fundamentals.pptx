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375" r:id="rId128"/>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1.xml"/><Relationship Id="rId60" Type="http://schemas.openxmlformats.org/officeDocument/2006/relationships/slide" Target="slides/slide62.xml"/><Relationship Id="rId61" Type="http://schemas.openxmlformats.org/officeDocument/2006/relationships/slide" Target="slides/slide63.xml"/><Relationship Id="rId62" Type="http://schemas.openxmlformats.org/officeDocument/2006/relationships/slide" Target="slides/slide64.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slide" Target="slides/slide68.xml"/><Relationship Id="rId67" Type="http://schemas.openxmlformats.org/officeDocument/2006/relationships/slide" Target="slides/slide69.xml"/><Relationship Id="rId68" Type="http://schemas.openxmlformats.org/officeDocument/2006/relationships/slide" Target="slides/slide70.xml"/><Relationship Id="rId69" Type="http://schemas.openxmlformats.org/officeDocument/2006/relationships/slide" Target="slides/slide71.xml"/><Relationship Id="rId70" Type="http://schemas.openxmlformats.org/officeDocument/2006/relationships/slide" Target="slides/slide72.xml"/><Relationship Id="rId71" Type="http://schemas.openxmlformats.org/officeDocument/2006/relationships/slide" Target="slides/slide73.xml"/><Relationship Id="rId72" Type="http://schemas.openxmlformats.org/officeDocument/2006/relationships/slide" Target="slides/slide74.xml"/><Relationship Id="rId73" Type="http://schemas.openxmlformats.org/officeDocument/2006/relationships/slide" Target="slides/slide75.xml"/><Relationship Id="rId74" Type="http://schemas.openxmlformats.org/officeDocument/2006/relationships/slide" Target="slides/slide76.xml"/><Relationship Id="rId75" Type="http://schemas.openxmlformats.org/officeDocument/2006/relationships/slide" Target="slides/slide77.xml"/><Relationship Id="rId76" Type="http://schemas.openxmlformats.org/officeDocument/2006/relationships/slide" Target="slides/slide78.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89.xml"/><Relationship Id="rId88" Type="http://schemas.openxmlformats.org/officeDocument/2006/relationships/slide" Target="slides/slide90.xml"/><Relationship Id="rId89" Type="http://schemas.openxmlformats.org/officeDocument/2006/relationships/slide" Target="slides/slide91.xml"/><Relationship Id="rId90" Type="http://schemas.openxmlformats.org/officeDocument/2006/relationships/slide" Target="slides/slide92.xml"/><Relationship Id="rId91" Type="http://schemas.openxmlformats.org/officeDocument/2006/relationships/slide" Target="slides/slide93.xml"/><Relationship Id="rId92" Type="http://schemas.openxmlformats.org/officeDocument/2006/relationships/slide" Target="slides/slide94.xml"/><Relationship Id="rId93" Type="http://schemas.openxmlformats.org/officeDocument/2006/relationships/slide" Target="slides/slide95.xml"/><Relationship Id="rId94" Type="http://schemas.openxmlformats.org/officeDocument/2006/relationships/slide" Target="slides/slide96.xml"/><Relationship Id="rId95" Type="http://schemas.openxmlformats.org/officeDocument/2006/relationships/slide" Target="slides/slide97.xml"/><Relationship Id="rId96" Type="http://schemas.openxmlformats.org/officeDocument/2006/relationships/slide" Target="slides/slide98.xml"/><Relationship Id="rId97" Type="http://schemas.openxmlformats.org/officeDocument/2006/relationships/slide" Target="slides/slide99.xml"/><Relationship Id="rId98" Type="http://schemas.openxmlformats.org/officeDocument/2006/relationships/slide" Target="slides/slide100.xml"/><Relationship Id="rId99" Type="http://schemas.openxmlformats.org/officeDocument/2006/relationships/slide" Target="slides/slide101.xml"/><Relationship Id="rId100" Type="http://schemas.openxmlformats.org/officeDocument/2006/relationships/slide" Target="slides/slide102.xml"/><Relationship Id="rId101" Type="http://schemas.openxmlformats.org/officeDocument/2006/relationships/slide" Target="slides/slide103.xml"/><Relationship Id="rId102" Type="http://schemas.openxmlformats.org/officeDocument/2006/relationships/slide" Target="slides/slide104.xml"/><Relationship Id="rId103" Type="http://schemas.openxmlformats.org/officeDocument/2006/relationships/slide" Target="slides/slide105.xml"/><Relationship Id="rId104" Type="http://schemas.openxmlformats.org/officeDocument/2006/relationships/slide" Target="slides/slide106.xml"/><Relationship Id="rId105" Type="http://schemas.openxmlformats.org/officeDocument/2006/relationships/slide" Target="slides/slide107.xml"/><Relationship Id="rId106" Type="http://schemas.openxmlformats.org/officeDocument/2006/relationships/slide" Target="slides/slide108.xml"/><Relationship Id="rId107" Type="http://schemas.openxmlformats.org/officeDocument/2006/relationships/slide" Target="slides/slide109.xml"/><Relationship Id="rId108" Type="http://schemas.openxmlformats.org/officeDocument/2006/relationships/slide" Target="slides/slide110.xml"/><Relationship Id="rId109" Type="http://schemas.openxmlformats.org/officeDocument/2006/relationships/slide" Target="slides/slide111.xml"/><Relationship Id="rId110" Type="http://schemas.openxmlformats.org/officeDocument/2006/relationships/slide" Target="slides/slide112.xml"/><Relationship Id="rId111" Type="http://schemas.openxmlformats.org/officeDocument/2006/relationships/slide" Target="slides/slide113.xml"/><Relationship Id="rId112" Type="http://schemas.openxmlformats.org/officeDocument/2006/relationships/slide" Target="slides/slide114.xml"/><Relationship Id="rId113" Type="http://schemas.openxmlformats.org/officeDocument/2006/relationships/slide" Target="slides/slide115.xml"/><Relationship Id="rId114" Type="http://schemas.openxmlformats.org/officeDocument/2006/relationships/slide" Target="slides/slide116.xml"/><Relationship Id="rId115" Type="http://schemas.openxmlformats.org/officeDocument/2006/relationships/slide" Target="slides/slide117.xml"/><Relationship Id="rId116" Type="http://schemas.openxmlformats.org/officeDocument/2006/relationships/slide" Target="slides/slide118.xml"/><Relationship Id="rId117" Type="http://schemas.openxmlformats.org/officeDocument/2006/relationships/slide" Target="slides/slide119.xml"/><Relationship Id="rId118" Type="http://schemas.openxmlformats.org/officeDocument/2006/relationships/slide" Target="slides/slide120.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56.xml"/><Relationship Id="rId127" Type="http://schemas.openxmlformats.org/officeDocument/2006/relationships/slide" Target="slides/slide57.xml"/><Relationship Id="rId128"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p>
          <a:p>
            <a:endParaRPr/>
          </a:p>
          <a:p/>
          <a:p/>
          <a:p>
            <a:endParaRPr/>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p>
          <a:p>
            <a:endParaRPr/>
          </a:p>
          <a:p/>
          <a:p/>
          <a:p>
            <a:endParaRPr/>
          </a:p>
          <a:p/>
          <a:p/>
          <a:p/>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p>
          <a:p>
            <a:endParaRPr/>
          </a:p>
          <a:p/>
          <a:p/>
          <a:p>
            <a:endParaRPr/>
          </a:p>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p>
          <a:p>
            <a:endParaRPr/>
          </a:p>
          <a:p/>
          <a:p/>
          <a:p>
            <a:endParaRPr/>
          </a:p>
          <a:p/>
          <a:p/>
          <a:p/>
          <a:p/>
          <a:p/>
          <a:p/>
          <a:p/>
          <a:p>
            <a:endParaRPr/>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Walk through each step. Emphasize: the developer only does step 1 (intent). Claude does everything else. The self-healing loop at the bottom is why this is an agent, not autocomplete. Flag: graphic version of this diagram is planned.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Break</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CLAUDE.md &amp; Memory Architecture</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2B: Teaching Claude Your Codebase</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2C: Precision &amp; Recovery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Commands &amp; Best Practices</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2D: Ship It</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Wrap-up &amp; Day 3 Preview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645920"/>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645920"/>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057400"/>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331720"/>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331720"/>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743200"/>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017520"/>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017520"/>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429000"/>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703320"/>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703320"/>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114800"/>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389120"/>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389120"/>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4800600"/>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074920"/>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074920"/>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