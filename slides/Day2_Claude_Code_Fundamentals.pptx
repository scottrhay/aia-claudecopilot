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Spec dump. Don't paste your entire PRD and say 'build this.' Break it into 5 small, verifiable steps. This is Principle #6 — small, frequent, actionable output.</a:t>
            </a:r>
          </a:p>
          <a:p>
            <a:r>
              <a:t>   * Mistake 2: Not using CLAUDE.md. Every session starts cold without it. Invest 15 minutes creating one — it's Principle #10, build for restart.</a:t>
            </a:r>
          </a:p>
          <a:p>
            <a:r>
              <a:t>   * Mistake 3: Ignoring token usage. Use 'ccusage' CLI tool to track costs. A single bloated prompt can cost $5 when a focused one costs $0.50.</a:t>
            </a:r>
          </a:p>
          <a:p>
            <a:r>
              <a:t>   * Mistake 4: Not verifying. Claude is confident even when wrong. Always review output. This is Principle #4 — build trust mechanisms.</a:t>
            </a:r>
          </a:p>
          <a:p>
            <a:r>
              <a:t>   * Mistake 5: Working single-thread. Tomorrow we'll cover parallel agents that process 10 user interviews simultaneously — 5 minutes vs 3 hours.</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pic>
        <p:nvPicPr>
          <p:cNvPr id="4" name="Picture 3" descr="d2-agentic-loop.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pic>
        <p:nvPicPr>
          <p:cNvPr id="3" name="Picture 2" descr="d2-claude-md-stru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context-wind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pic>
        <p:nvPicPr>
          <p:cNvPr id="15" name="Picture 14" descr="d2-permissions-model.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git-workfl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