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72" d="100"/>
          <a:sy n="72" d="100"/>
        </p:scale>
        <p:origin x="2016" y="29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49:32.898" v="82" actId="108"/>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49:32.898" v="82" actId="108"/>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48:51.608" v="65" actId="14100"/>
          <ac:spMkLst>
            <pc:docMk/>
            <pc:sldMk cId="0" sldId="265"/>
            <ac:spMk id="11" creationId="{00000000-0000-0000-0000-000000000000}"/>
          </ac:spMkLst>
        </pc:spChg>
        <pc:spChg chg="mod">
          <ac:chgData name="Scott Hay" userId="e95d3f44-f6c0-414c-b281-41a9346c1b81" providerId="ADAL" clId="{4D76341F-F64C-4A8E-A4EF-1A11730F38E9}" dt="2026-03-02T01:49:32.898" v="82" actId="108"/>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970628" cy="484632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879188" cy="1371600"/>
          </a:xfrm>
          <a:prstGeom prst="rect">
            <a:avLst/>
          </a:prstGeom>
          <a:noFill/>
        </p:spPr>
        <p:txBody>
          <a:bodyPr wrap="square">
            <a:noAutofit/>
          </a:bodyPr>
          <a:lstStyle/>
          <a:p>
            <a:pPr algn="ctr">
              <a:defRPr sz="1800" b="1">
                <a:solidFill>
                  <a:srgbClr val="FFFFFF"/>
                </a:solidFill>
                <a:latin typeface="Consolas"/>
              </a:defRPr>
            </a:pPr>
            <a:r>
              <a:t>Account</a:t>
            </a:r>
          </a:p>
          <a:p>
            <a:pPr algn="ctr">
              <a:spcBef>
                <a:spcPts val="400"/>
              </a:spcBef>
              <a:defRPr sz="1100">
                <a:solidFill>
                  <a:srgbClr val="8A8F98"/>
                </a:solidFill>
              </a:defRPr>
            </a:pPr>
            <a:r>
              <a:t>Anthropic Pro or Max plan</a:t>
            </a:r>
          </a:p>
          <a:p>
            <a:pPr algn="ctr">
              <a:spcBef>
                <a:spcPts val="400"/>
              </a:spcBef>
              <a:defRPr sz="1100">
                <a:solidFill>
                  <a:srgbClr val="8A8F98"/>
                </a:solidFill>
              </a:defRPr>
            </a:pPr>
            <a:r>
              <a:t>Install: claude.ai/install.sh</a:t>
            </a:r>
          </a:p>
          <a:p>
            <a:pPr algn="ctr">
              <a:spcBef>
                <a:spcPts val="400"/>
              </a:spcBef>
              <a:defRPr sz="1100">
                <a:solidFill>
                  <a:srgbClr val="8A8F98"/>
                </a:solidFill>
              </a:defRPr>
            </a:pPr>
            <a:r>
              <a:t>Authenticate: claude login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26649</Words>
  <Application>Microsoft Office PowerPoint</Application>
  <PresentationFormat>Widescreen</PresentationFormat>
  <Paragraphs>2923</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2026-03-02T01:49:39Z</dcterms:modified>
  <cp:category/>
</cp:coreProperties>
</file>