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88.xml"/><Relationship Id="rId88" Type="http://schemas.openxmlformats.org/officeDocument/2006/relationships/slide" Target="slides/slide89.xml"/><Relationship Id="rId89" Type="http://schemas.openxmlformats.org/officeDocument/2006/relationships/slide" Target="slides/slide90.xml"/><Relationship Id="rId90" Type="http://schemas.openxmlformats.org/officeDocument/2006/relationships/slide" Target="slides/slide91.xml"/><Relationship Id="rId91" Type="http://schemas.openxmlformats.org/officeDocument/2006/relationships/slide" Target="slides/slide92.xml"/><Relationship Id="rId92" Type="http://schemas.openxmlformats.org/officeDocument/2006/relationships/slide" Target="slides/slide93.xml"/><Relationship Id="rId93" Type="http://schemas.openxmlformats.org/officeDocument/2006/relationships/slide" Target="slides/slide94.xml"/><Relationship Id="rId94" Type="http://schemas.openxmlformats.org/officeDocument/2006/relationships/slide" Target="slides/slide95.xml"/><Relationship Id="rId95" Type="http://schemas.openxmlformats.org/officeDocument/2006/relationships/slide" Target="slides/slide96.xml"/><Relationship Id="rId96" Type="http://schemas.openxmlformats.org/officeDocument/2006/relationships/slide" Target="slides/slide97.xml"/><Relationship Id="rId97" Type="http://schemas.openxmlformats.org/officeDocument/2006/relationships/slide" Target="slides/slide98.xml"/><Relationship Id="rId98" Type="http://schemas.openxmlformats.org/officeDocument/2006/relationships/slide" Target="slides/slide99.xml"/><Relationship Id="rId99" Type="http://schemas.openxmlformats.org/officeDocument/2006/relationships/slide" Target="slides/slide100.xml"/><Relationship Id="rId100" Type="http://schemas.openxmlformats.org/officeDocument/2006/relationships/slide" Target="slides/slide101.xml"/><Relationship Id="rId101" Type="http://schemas.openxmlformats.org/officeDocument/2006/relationships/slide" Target="slides/slide102.xml"/><Relationship Id="rId102" Type="http://schemas.openxmlformats.org/officeDocument/2006/relationships/slide" Target="slides/slide103.xml"/><Relationship Id="rId103" Type="http://schemas.openxmlformats.org/officeDocument/2006/relationships/slide" Target="slides/slide104.xml"/><Relationship Id="rId104" Type="http://schemas.openxmlformats.org/officeDocument/2006/relationships/slide" Target="slides/slide105.xml"/><Relationship Id="rId105" Type="http://schemas.openxmlformats.org/officeDocument/2006/relationships/slide" Target="slides/slide106.xml"/><Relationship Id="rId106" Type="http://schemas.openxmlformats.org/officeDocument/2006/relationships/slide" Target="slides/slide107.xml"/><Relationship Id="rId107" Type="http://schemas.openxmlformats.org/officeDocument/2006/relationships/slide" Target="slides/slide108.xml"/><Relationship Id="rId108" Type="http://schemas.openxmlformats.org/officeDocument/2006/relationships/slide" Target="slides/slide109.xml"/><Relationship Id="rId109" Type="http://schemas.openxmlformats.org/officeDocument/2006/relationships/slide" Target="slides/slide110.xml"/><Relationship Id="rId110" Type="http://schemas.openxmlformats.org/officeDocument/2006/relationships/slide" Target="slides/slide111.xml"/><Relationship Id="rId111" Type="http://schemas.openxmlformats.org/officeDocument/2006/relationships/slide" Target="slides/slide112.xml"/><Relationship Id="rId112" Type="http://schemas.openxmlformats.org/officeDocument/2006/relationships/slide" Target="slides/slide113.xml"/><Relationship Id="rId113" Type="http://schemas.openxmlformats.org/officeDocument/2006/relationships/slide" Target="slides/slide114.xml"/><Relationship Id="rId114" Type="http://schemas.openxmlformats.org/officeDocument/2006/relationships/slide" Target="slides/slide115.xml"/><Relationship Id="rId115" Type="http://schemas.openxmlformats.org/officeDocument/2006/relationships/slide" Target="slides/slide116.xml"/><Relationship Id="rId116" Type="http://schemas.openxmlformats.org/officeDocument/2006/relationships/slide" Target="slides/slide117.xml"/><Relationship Id="rId117" Type="http://schemas.openxmlformats.org/officeDocument/2006/relationships/slide" Target="slides/slide118.xml"/><Relationship Id="rId118" Type="http://schemas.openxmlformats.org/officeDocument/2006/relationships/slide" Target="slides/slide119.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55.xml"/><Relationship Id="rId12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p>
          <a:p>
            <a:endParaRPr/>
          </a:p>
          <a:p/>
          <a:p/>
          <a:p>
            <a:endParaRPr/>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p>
          <a:p>
            <a:endParaRPr/>
          </a:p>
          <a:p/>
          <a:p/>
          <a:p>
            <a:endParaRPr/>
          </a:p>
          <a:p/>
          <a:p/>
          <a:p/>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p>
          <a:p>
            <a:endParaRPr/>
          </a:p>
          <a:p/>
          <a:p/>
          <a:p>
            <a:endParaRPr/>
          </a:p>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p>
          <a:p>
            <a:endParaRPr/>
          </a:p>
          <a:p/>
          <a:p/>
          <a:p>
            <a:endParaRPr/>
          </a:p>
          <a:p/>
          <a:p/>
          <a:p/>
          <a:p/>
          <a:p/>
          <a:p/>
          <a:p/>
          <a:p>
            <a:endParaRPr/>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Labs 2B-2D: Policy, Recovery, Ship It</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