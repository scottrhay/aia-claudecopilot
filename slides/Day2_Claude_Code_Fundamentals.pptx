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Magic Moment — build a complete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Your Project Brain — CLAUDE.md conventions that enforce themselves</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 mentions and break-fix workflows</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charts, filters, Git branches, and production hardening</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