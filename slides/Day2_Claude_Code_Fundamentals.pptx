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63" r:id="rId9"/>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2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59:12.747" v="87" actId="14100"/>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a:p>
            <a:br/>
            <a:br/>
            <a:r>
              <a:t>OPENING QUESTION (before students start the lab): "Raise your hand if you believe AI can generate code." [most hands]. "Keep your hand up if you believe it can debug production failures." [some drop]. "Keep your hand up if you believe it can refactor a large codebase safely." [more drop]. "Good. Today we test all three." Then let them start.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a:p>
            <a:br/>
            <a:br/>
            <a:r>
              <a:t>COMPOUNDING FEEDBACK LOOP: Advanced teams add a tasks/lessons.md file that Claude updates after EVERY correction. When Claude makes a mistake and you fix it, tell Claude to record the pattern in lessons.md. Over time, the mistake rate drops because Claude reads its own error log before starting work. Boris Cherny's team at Anthropic uses this internally. The setup takes 10 minutes — add one line to CLAUDE.md: "After any correction, update tasks/lessons.md with the lesson learned. Read lessons.md before starting any task." Your AI gets better every day you use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a:p>
            <a:br/>
            <a:br/>
            <a:r>
              <a:t>VERIFICATION BAR: A powerful CLAUDE.md convention from Anthropic's internal team: "Cannot mark a task complete without proving it works. Check diffs, run tests, check logs. The bar: Would a staff engineer approve this?" Add that standard to your CLAUDE.md and Claude holds itself to senior-level quality checks before reporting done.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Feeding Techniques.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 me show you a real scenario - I'm going to optimize context and watch tokens drop.</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Alright, I'm going to run through a rapid-fire demo of the most useful commands in one session.</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the difference between asking Claude to just DO something versus asking it to PLAN first.</a:t>
            </a:r>
          </a:p>
          <a:p>
            <a:endParaRPr/>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endParaRPr/>
          </a:p>
          <a:p>
            <a:r>
              <a:t>DEMO:</a:t>
            </a:r>
          </a:p>
          <a:p>
            <a:r>
              <a:t>   Use sample-project. First attempt: 'Add JWT authentication to this API' without planning. Show the mess. Then /clear, Shift+Tab, same prompt. Show the clean plan. Approve and execute.</a:t>
            </a:r>
          </a:p>
          <a:p>
            <a:endParaRPr/>
          </a:p>
          <a:p>
            <a:r>
              <a:t>TRANSITION:</a:t>
            </a:r>
          </a:p>
          <a:p>
            <a:r>
              <a:t>   Plan Mode is your first line of defense. Now let's talk about another pattern that prevents wasted work.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p>
          <a:p>
            <a:endParaRPr/>
          </a:p>
          <a:p>
            <a:r>
              <a:t>OPEN WITH:</a:t>
            </a:r>
          </a:p>
          <a:p>
            <a:r>
              <a:t>   Let me show you this live. I'm going to write a spec using the 6-question framework, then give it to Claude Code. Watch the difference in output quality.</a:t>
            </a:r>
          </a:p>
          <a:p>
            <a:endParaRPr/>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endParaRPr/>
          </a:p>
          <a:p>
            <a:r>
              <a:t>DEMO:</a:t>
            </a:r>
          </a:p>
          <a:p>
            <a:r>
              <a:t>   If time is tight, show the spec on screen and walk through it verbally rather than live-coding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Let's configure security boundaries and test them - I want you to see how these controls actually work.</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Complete Git workflow automated.</a:t>
            </a:r>
          </a:p>
          <a:p>
            <a:endParaRPr/>
          </a:p>
          <a:p>
            <a:r>
              <a:t>KEY POINTS:</a:t>
            </a:r>
          </a:p>
          <a:p>
            <a:r>
              <a:t>   * End-to-end flow</a:t>
            </a:r>
          </a:p>
          <a:p>
            <a:r>
              <a:t>   * Everything connected</a:t>
            </a:r>
          </a:p>
          <a:p>
            <a:r>
              <a:t>   * Production-ready</a:t>
            </a:r>
          </a:p>
          <a:p>
            <a:endParaRPr/>
          </a:p>
          <a:p>
            <a:r>
              <a:t>REAL-WORLD EXAMPLE:</a:t>
            </a:r>
          </a:p>
          <a:p>
            <a:r>
              <a:t>   This is the daily workflow.</a:t>
            </a:r>
          </a:p>
          <a:p>
            <a:endParaRPr/>
          </a:p>
          <a:p>
            <a:r>
              <a:t>DEMO:</a:t>
            </a:r>
          </a:p>
          <a:p>
            <a:r>
              <a:t>   Live demo: create branch, implement feature, commit, push, create PR. All via Claude Code.</a:t>
            </a:r>
          </a:p>
          <a:p>
            <a:endParaRPr/>
          </a:p>
          <a:p>
            <a:r>
              <a:t>TRANSITION:</a:t>
            </a:r>
          </a:p>
          <a:p>
            <a:r>
              <a:t>   File operations section</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Live debugging - real bug, real fix.</a:t>
            </a:r>
          </a:p>
          <a:p>
            <a:endParaRPr/>
          </a:p>
          <a:p>
            <a:r>
              <a:t>KEY POINTS:</a:t>
            </a:r>
          </a:p>
          <a:p>
            <a:r>
              <a:t>   * Complete process</a:t>
            </a:r>
          </a:p>
          <a:p>
            <a:r>
              <a:t>   * Real-world scenario</a:t>
            </a:r>
          </a:p>
          <a:p>
            <a:r>
              <a:t>   * Production techniques</a:t>
            </a:r>
          </a:p>
          <a:p>
            <a:endParaRPr/>
          </a:p>
          <a:p>
            <a:r>
              <a:t>REAL-WORLD EXAMPLE:</a:t>
            </a:r>
          </a:p>
          <a:p>
            <a:r>
              <a:t>   This is what you'll do Monday.</a:t>
            </a:r>
          </a:p>
          <a:p>
            <a:endParaRPr/>
          </a:p>
          <a:p>
            <a:r>
              <a:t>DEMO:</a:t>
            </a:r>
          </a:p>
          <a:p>
            <a:r>
              <a:t>   Run failing test, ask Claude Code to debug, watch it analyze, fix, verify.</a:t>
            </a:r>
          </a:p>
          <a:p>
            <a:endParaRPr/>
          </a:p>
          <a:p>
            <a:r>
              <a:t>TRANSITION:</a:t>
            </a:r>
          </a:p>
          <a:p>
            <a:r>
              <a:t>   Final lab</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Final lab - complete feature workflow.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real example of how Claude Code changes the dynamics between PMs and engineering teams.</a:t>
            </a:r>
          </a:p>
          <a:p>
            <a:endParaRPr/>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endParaRPr/>
          </a:p>
          <a:p>
            <a:r>
              <a:t>ASK THE CLASS:</a:t>
            </a:r>
          </a:p>
          <a:p>
            <a:r>
              <a:t>   "What's the last feature you spec'd that took weeks of back-and-forth? Could a 2-hour prototype have shortcut that?"</a:t>
            </a:r>
          </a:p>
          <a:p>
            <a:r>
              <a:t>   [PAUSE for 30-60 seconds]</a:t>
            </a:r>
          </a:p>
          <a:p>
            <a:endParaRPr/>
          </a:p>
          <a:p>
            <a:r>
              <a:t>TRANSITION:</a:t>
            </a:r>
          </a:p>
          <a:p>
            <a:r>
              <a:t>   Now let's put this into practice. Time for hands-on lab work.</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The Agentic Build Loop — build a working web app from a single prompt</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Your Project Brain — CLAUDE.md conventions that enforce themselves</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 mentions and break-fix workflows</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charts, filters, Git branches, and production hardening</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26588</Words>
  <Application>Microsoft Office PowerPoint</Application>
  <PresentationFormat>Widescreen</PresentationFormat>
  <Paragraphs>2934</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2026-03-02T01:59:16Z</dcterms:modified>
  <cp:category/>
</cp:coreProperties>
</file>