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1" dt="2026-03-01T23:11:54.86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0:51:44.576" v="63" actId="20577"/>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1T23:11:55.081" v="58" actId="27636"/>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1T23:11:55.081" v="58" actId="27636"/>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1T23:11:55.045" v="47"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1T23:11:55.045" v="47"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Lab 1: Debug a real authentication bug, write comprehensive tests, generate documentation</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Lab 2: Refactor a legacy module, create feature branch, generate semantic commits, and submit a PR</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Bonus: Custom CLAUDE.md for your team's coding standards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Bonus: .claudeignore patterns optimized for your stack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rPr dirty="0"/>
              <a:t>  Working memory → Context window: Both degrade under load.</a:t>
            </a:r>
          </a:p>
          <a:p>
            <a:pPr>
              <a:spcBef>
                <a:spcPts val="800"/>
              </a:spcBef>
              <a:spcAft>
                <a:spcPts val="800"/>
              </a:spcAft>
              <a:defRPr sz="2200">
                <a:solidFill>
                  <a:srgbClr val="FFFFFF"/>
                </a:solidFill>
              </a:defRPr>
            </a:pPr>
            <a:r>
              <a:rPr dirty="0"/>
              <a:t>  Short-term → Session history: When you study, you move important things from short-term to long-term memory through n...</a:t>
            </a:r>
          </a:p>
          <a:p>
            <a:pPr>
              <a:spcBef>
                <a:spcPts val="800"/>
              </a:spcBef>
              <a:spcAft>
                <a:spcPts val="800"/>
              </a:spcAft>
              <a:defRPr sz="2200">
                <a:solidFill>
                  <a:srgbClr val="FFFFFF"/>
                </a:solidFill>
              </a:defRPr>
            </a:pPr>
            <a:r>
              <a:rPr dirty="0"/>
              <a:t>  Long-term → CLAUDE.</a:t>
            </a:r>
          </a:p>
          <a:p>
            <a:pPr>
              <a:spcBef>
                <a:spcPts val="800"/>
              </a:spcBef>
              <a:spcAft>
                <a:spcPts val="800"/>
              </a:spcAft>
              <a:defRPr sz="2200">
                <a:solidFill>
                  <a:srgbClr val="FFFFFF"/>
                </a:solidFill>
              </a:defRPr>
            </a:pPr>
            <a:r>
              <a:rPr dirty="0"/>
              <a:t>  Muscle memory → Skills / custom commands: Just like you don't consciously think about typing, skills and commands let...</a:t>
            </a:r>
            <a:endParaRPr lang="en-US" dirty="0"/>
          </a:p>
          <a:p>
            <a:pPr>
              <a:spcBef>
                <a:spcPts val="800"/>
              </a:spcBef>
              <a:spcAft>
                <a:spcPts val="800"/>
              </a:spcAft>
              <a:defRPr sz="2200">
                <a:solidFill>
                  <a:srgbClr val="FFFFFF"/>
                </a:solidFill>
              </a:defRPr>
            </a:pPr>
            <a:r>
              <a:rPr lang="en-US" dirty="0"/>
              <a:t>  Scott's framing: Context window is short-term memory.</a:t>
            </a:r>
          </a:p>
          <a:p>
            <a:pPr>
              <a:spcBef>
                <a:spcPts val="800"/>
              </a:spcBef>
              <a:spcAft>
                <a:spcPts val="800"/>
              </a:spcAft>
              <a:defRPr sz="2200">
                <a:solidFill>
                  <a:srgbClr val="FFFFFF"/>
                </a:solidFill>
              </a:defRPr>
            </a:pPr>
            <a:r>
              <a:rPr lang="en-US" dirty="0"/>
              <a:t>  Everything that follows today — CLAUDE.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Tools</a:t>
            </a:r>
          </a:p>
          <a:p>
            <a:pPr algn="ctr">
              <a:spcBef>
                <a:spcPts val="800"/>
              </a:spcBef>
              <a:defRPr sz="1300">
                <a:solidFill>
                  <a:srgbClr val="8B95A5"/>
                </a:solidFill>
              </a:defRPr>
            </a:pPr>
            <a:r>
              <a:t>Terminal (iTerm2, Windows Terminal, etc.)</a:t>
            </a:r>
            <a:br/>
            <a:r>
              <a:t>Git installed and configured</a:t>
            </a:r>
            <a:br/>
            <a:r>
              <a:t>VS Code or JetBrains IDE (optional)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400" b="1">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26600</Words>
  <Application>Microsoft Office PowerPoint</Application>
  <PresentationFormat>Widescreen</PresentationFormat>
  <Paragraphs>2913</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2026-03-02T00:51:55Z</dcterms:modified>
  <cp:category/>
</cp:coreProperties>
</file>