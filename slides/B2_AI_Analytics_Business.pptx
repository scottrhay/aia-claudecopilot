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This session is all about DATA</a:t>
            </a:r>
          </a:p>
          <a:p>
            <a:r>
              <a:t>   * By the end, you'll have three powerful approaches for analyzing your business data with AI</a:t>
            </a:r>
          </a:p>
          <a:p>
            <a:r>
              <a:t>   * Say: 'Today we focus specifically on data analysis and decision support'</a:t>
            </a:r>
          </a:p>
          <a:p/>
          <a:p>
            <a:r>
              <a:t>ASK THE CLASS:</a:t>
            </a:r>
          </a:p>
          <a:p>
            <a:r>
              <a:t>   "How much of your time is spent analyzing data or creating reports? Let's see if we can make that faster."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This builds on AI Essentials - now we go deeper</a:t>
            </a:r>
          </a:p>
          <a:p>
            <a:r>
              <a:t>   * Finance and Operations focus - real workflows you can use</a:t>
            </a:r>
          </a:p>
          <a:p>
            <a:r>
              <a:t>   * You'll see the strengths of each 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Claude: Deep analysis &amp; complex reasoning</a:t>
            </a:r>
          </a:p>
          <a:p>
            <a:r>
              <a:t>   * M365 Copilot: Quick queries &amp; M365 search</a:t>
            </a:r>
          </a:p>
          <a:p>
            <a:r>
              <a:t>   * Analyst Agent: Visualizations &amp; statistics</a:t>
            </a:r>
          </a:p>
          <a:p/>
          <a:p>
            <a:r>
              <a:t>ASK THE CLASS:</a:t>
            </a:r>
          </a:p>
          <a:p>
            <a:r>
              <a:t>   "What data analysis tasks take the most time in your role?"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Excel integrations first: Claude for Excel, Copilot in Excel</a:t>
            </a:r>
          </a:p>
          <a:p>
            <a:r>
              <a:t>   * Then chat-based analysis with all three tools</a:t>
            </a:r>
          </a:p>
          <a:p>
            <a:r>
              <a:t>   * End with real Finance/Ops workflow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Claude for Excel puts an AI assistant right in your spreadsheet sidebar</a:t>
            </a:r>
          </a:p>
          <a:p>
            <a:r>
              <a:t>   * This is an Excel add-in - different from uploading to Claude web</a:t>
            </a:r>
          </a:p>
          <a:p>
            <a:r>
              <a:t>   * It sees your spreadsheet context</a:t>
            </a:r>
          </a:p>
          <a:p/>
          <a:p>
            <a:r>
              <a:t>ASK THE CLASS:</a:t>
            </a:r>
          </a:p>
          <a:p>
            <a:r>
              <a:t>   "Who uses Excel daily? Multiple times a day?"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Key difference from Claude web: It can SEE your spreadsheet</a:t>
            </a:r>
          </a:p>
          <a:p>
            <a:r>
              <a:t>   * Great for: 'Why isn't this formula working?'</a:t>
            </a:r>
          </a:p>
          <a:p>
            <a:r>
              <a:t>   * No copy-paste needed - it has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DEMO: Show the installation process</a:t>
            </a:r>
          </a:p>
          <a:p>
            <a:r>
              <a:t>   * Requires Claude Enterprise license</a:t>
            </a:r>
          </a:p>
          <a:p>
            <a:r>
              <a:t>   * One-time setup, then always available</a:t>
            </a:r>
          </a:p>
          <a:p/>
          <a:p>
            <a:r>
              <a:t>ASK THE CLASS:</a:t>
            </a:r>
          </a:p>
          <a:p>
            <a:r>
              <a:t>   "Has anyone installed Excel add-ins before?"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Write formulas from descriptions</a:t>
            </a:r>
          </a:p>
          <a:p>
            <a:r>
              <a:t>   * Debug broken formulas</a:t>
            </a:r>
          </a:p>
          <a:p>
            <a:r>
              <a:t>   * Claude EXPLAINS the formula, not just writes it</a:t>
            </a:r>
          </a:p>
          <a:p/>
          <a:p>
            <a:r>
              <a:t>ASK THE CLASS:</a:t>
            </a:r>
          </a:p>
          <a:p>
            <a:r>
              <a:t>   "What formula have you struggled with recently?"</a:t>
            </a:r>
          </a:p>
          <a:p>
            <a:r>
              <a:t>   [PAUSE for 30-60 seconds]</a:t>
            </a:r>
          </a:p>
          <a:p/>
          <a:p>
            <a:r>
              <a:t>DEMO:</a:t>
            </a:r>
          </a:p>
          <a:p>
            <a:r>
              <a:t>   Show Claude for Excel sidebar. Ask for a formula, show Claude writing it. Paste a broken formula, let Claude fix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These prompts work directly in the sidebar</a:t>
            </a:r>
          </a:p>
          <a:p>
            <a:r>
              <a:t>   * Claude sees your cell references</a:t>
            </a:r>
          </a:p>
          <a:p>
            <a:r>
              <a:t>   * Great for learning - it explains WHY</a:t>
            </a:r>
          </a:p>
          <a:p/>
          <a:p>
            <a:r>
              <a:t>REAL-WORLD EXAMPLE:</a:t>
            </a:r>
          </a:p>
          <a:p>
            <a:r>
              <a:t>   A finance manager's INDEX/MATCH wasn't working. Claude found the error in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Select a range, ask for trends</a:t>
            </a:r>
          </a:p>
          <a:p>
            <a:r>
              <a:t>   * Claude can see the selection</a:t>
            </a:r>
          </a:p>
          <a:p>
            <a:r>
              <a:t>   * Great for: Finding things you might miss</a:t>
            </a:r>
          </a:p>
          <a:p/>
          <a:p>
            <a:r>
              <a:t>ASK THE CLASS:</a:t>
            </a:r>
          </a:p>
          <a:p>
            <a:r>
              <a:t>   "When was the last time you found something unexpected in your data?"</a:t>
            </a:r>
          </a:p>
          <a:p>
            <a:r>
              <a:t>   [PAUSE for 30-60 seconds]</a:t>
            </a:r>
          </a:p>
          <a:p/>
          <a:p>
            <a:r>
              <a:t>DEMO:</a:t>
            </a:r>
          </a:p>
          <a:p>
            <a:r>
              <a:t>   Select some data and ask Claude to analyze it. Show how it identifies trends and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Claude doesn't get distracted or tired</a:t>
            </a:r>
          </a:p>
          <a:p>
            <a:r>
              <a:t>   * Great for double-checking your analysis</a:t>
            </a:r>
          </a:p>
          <a:p>
            <a:r>
              <a:t>   * The last prompt is powerful - what am I missing?</a:t>
            </a:r>
          </a:p>
          <a:p/>
          <a:p>
            <a:r>
              <a:t>REAL-WORLD EXAMPLE:</a:t>
            </a:r>
          </a:p>
          <a:p>
            <a:r>
              <a:t>   An ops manager asked Claude about inventory data. It spotted a supplier issue no one had noticed.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Claude understands financial concepts deeply</a:t>
            </a:r>
          </a:p>
          <a:p>
            <a:r>
              <a:t>   * Great for model validation: 'Is my logic correct?'</a:t>
            </a:r>
          </a:p>
          <a:p>
            <a:r>
              <a:t>   * CAUTION: Always verify results yourself</a:t>
            </a:r>
          </a:p>
          <a:p/>
          <a:p>
            <a:r>
              <a:t>ASK THE CLASS:</a:t>
            </a:r>
          </a:p>
          <a:p>
            <a:r>
              <a:t>   "What financial models do you build regularly?"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Now let's see Microsoft's own AI in Excel</a:t>
            </a:r>
          </a:p>
          <a:p>
            <a:r>
              <a:t>   * Different strengths from Claude</a:t>
            </a:r>
          </a:p>
          <a:p>
            <a:r>
              <a:t>   * Great for: Quick tasks, PivotTables, charts</a:t>
            </a:r>
          </a:p>
          <a:p/>
          <a:p>
            <a:r>
              <a:t>ASK THE CLASS:</a:t>
            </a:r>
          </a:p>
          <a:p>
            <a:r>
              <a:t>   "Who has seen the Copilot button in their Excel?"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Copilot DOES things: Creates charts, PivotTables</a:t>
            </a:r>
          </a:p>
          <a:p>
            <a:r>
              <a:t>   * Claude EXPLAINS things: Analysis, reasoning</a:t>
            </a:r>
          </a:p>
          <a:p>
            <a:r>
              <a:t>   * Best practice: Use both</a:t>
            </a:r>
          </a:p>
          <a:p/>
          <a:p>
            <a:r>
              <a:t>REAL-WORLD EXAMPLE:</a:t>
            </a:r>
          </a:p>
          <a:p>
            <a:r>
              <a:t>   Analysts use Copilot to create the PivotTable, then Claude to interpret what it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This is the #1 mistake people make</a:t>
            </a:r>
          </a:p>
          <a:p>
            <a:r>
              <a:t>   * Without Table format, Copilot won't work well</a:t>
            </a:r>
          </a:p>
          <a:p>
            <a:r>
              <a:t>   * Simple fix: Select data &gt; Ctrl+T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This takes 30 seconds instead of 5 minutes</a:t>
            </a:r>
          </a:p>
          <a:p>
            <a:r>
              <a:t>   * You can still customize after creation</a:t>
            </a:r>
          </a:p>
          <a:p>
            <a:r>
              <a:t>   * Give specific instructions for better results</a:t>
            </a:r>
          </a:p>
          <a:p/>
          <a:p>
            <a:r>
              <a:t>ASK THE CLASS:</a:t>
            </a:r>
          </a:p>
          <a:p>
            <a:r>
              <a:t>   "Who creates PivotTables regularly? How long does it usually take?"</a:t>
            </a:r>
          </a:p>
          <a:p>
            <a:r>
              <a:t>   [PAUSE for 30-60 seconds]</a:t>
            </a:r>
          </a:p>
          <a:p/>
          <a:p>
            <a:r>
              <a:t>DEMO:</a:t>
            </a:r>
          </a:p>
          <a:p>
            <a:r>
              <a:t>   Ask for a PivotTable showing sales by region and quarter. Watch it appear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Natural language works surprisingly well</a:t>
            </a:r>
          </a:p>
          <a:p>
            <a:r>
              <a:t>   * Be specific for better results</a:t>
            </a:r>
          </a:p>
          <a:p>
            <a:r>
              <a:t>   * Copilot picks sensible defaults</a:t>
            </a:r>
          </a:p>
          <a:p/>
          <a:p>
            <a:r>
              <a:t>REAL-WORLD EXAMPLE:</a:t>
            </a:r>
          </a:p>
          <a:p>
            <a:r>
              <a:t>   Monthly reporting that took 20 minutes of PivotTable setup now takes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Copilot picks chart type intelligently</a:t>
            </a:r>
          </a:p>
          <a:p>
            <a:r>
              <a:t>   * Refine: 'Make it blue' or 'Add data labels'</a:t>
            </a:r>
          </a:p>
          <a:p>
            <a:r>
              <a:t>   * Great for quick visualizations</a:t>
            </a:r>
          </a:p>
          <a:p/>
          <a:p>
            <a:r>
              <a:t>ASK THE CLASS:</a:t>
            </a:r>
          </a:p>
          <a:p>
            <a:r>
              <a:t>   "What charts do you create most often?"</a:t>
            </a:r>
          </a:p>
          <a:p>
            <a:r>
              <a:t>   [PAUSE for 30-60 seconds]</a:t>
            </a:r>
          </a:p>
          <a:p/>
          <a:p>
            <a:r>
              <a:t>DEMO:</a:t>
            </a:r>
          </a:p>
          <a:p>
            <a:r>
              <a:t>   Ask for a trend chart. Show how Copilot picks the chart type intelligently.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Now we go beyond Excel add-ins</a:t>
            </a:r>
          </a:p>
          <a:p>
            <a:r>
              <a:t>   * Three chat-based approaches for deeper analysis</a:t>
            </a:r>
          </a:p>
          <a:p>
            <a:r>
              <a:t>   * Each has a sweet spot</a:t>
            </a:r>
          </a:p>
          <a:p/>
          <a:p>
            <a:r>
              <a:t>ASK THE CLASS:</a:t>
            </a:r>
          </a:p>
          <a:p>
            <a:r>
              <a:t>   "Which of these have you tried?"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Claude Chat: Upload files, deep analysis</a:t>
            </a:r>
          </a:p>
          <a:p>
            <a:r>
              <a:t>   * Copilot Chat: Search your M365 data</a:t>
            </a:r>
          </a:p>
          <a:p>
            <a:r>
              <a:t>   * Analyst Agent: Python, visualizations, 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Upload Excel, CSV, PDF files</a:t>
            </a:r>
          </a:p>
          <a:p>
            <a:r>
              <a:t>   * Claude provides deep analysis</a:t>
            </a:r>
          </a:p>
          <a:p>
            <a:r>
              <a:t>   * Great for complex reasoning</a:t>
            </a:r>
          </a:p>
          <a:p/>
          <a:p>
            <a:r>
              <a:t>REAL-WORLD EXAMPLE:</a:t>
            </a:r>
          </a:p>
          <a:p>
            <a:r>
              <a:t>   Finance teams upload budget vs actual spreadsheets. 'Identify the 5 largest variances and explain likely causes.'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minutes</a:t>
            </a:r>
          </a:p>
          <a:p/>
          <a:p>
            <a:r>
              <a:t>KEY POINTS:</a:t>
            </a:r>
          </a:p>
          <a:p>
            <a:r>
              <a:t>   * Claude's reasoning is visible</a:t>
            </a:r>
          </a:p>
          <a:p>
            <a:r>
              <a:t>   * It often asks clarifying questions - that's good</a:t>
            </a:r>
          </a:p>
          <a:p>
            <a:r>
              <a:t>   * This exact workflow is used for board meeting prep</a:t>
            </a:r>
          </a:p>
          <a:p/>
          <a:p>
            <a:r>
              <a:t>DEMO:</a:t>
            </a:r>
          </a:p>
          <a:p>
            <a:r>
              <a:t>   Upload a sample Excel file. Ask: 'What trends do you see?' Then: 'Suggest 3 questions the CFO might ask.'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Structured prompts get better results</a:t>
            </a:r>
          </a:p>
          <a:p>
            <a:r>
              <a:t>   * Ask for what the audience cares about</a:t>
            </a:r>
          </a:p>
          <a:p>
            <a:r>
              <a:t>   * Concise = actionable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Key difference: It can SEARCH your files, not just analyze uploads</a:t>
            </a:r>
          </a:p>
          <a:p>
            <a:r>
              <a:t>   * Great for: 'Find the latest budget report and summarize it'</a:t>
            </a:r>
          </a:p>
          <a:p>
            <a:r>
              <a:t>   * Speed is the advantage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Copilot can find AND analyze in one step</a:t>
            </a:r>
          </a:p>
          <a:p>
            <a:r>
              <a:t>   * Great before meetings: 'Find John's proposal and summarize costs'</a:t>
            </a:r>
          </a:p>
          <a:p>
            <a:r>
              <a:t>   * Speed is the advantage</a:t>
            </a:r>
          </a:p>
          <a:p/>
          <a:p>
            <a:r>
              <a:t>DEMO:</a:t>
            </a:r>
          </a:p>
          <a:p>
            <a:r>
              <a:t>   Execute a search + analysis. Ask: 'Find our latest quarterly report and summarize the key financial metrics.'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This is the most powerful option</a:t>
            </a:r>
          </a:p>
          <a:p>
            <a:r>
              <a:t>   * Think: Data scientist in a chat box</a:t>
            </a:r>
          </a:p>
          <a:p>
            <a:r>
              <a:t>   * Uses Python under the hood (you don't need to know Python)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Goes beyond Q&amp;A - actually computes and visualizes</a:t>
            </a:r>
          </a:p>
          <a:p>
            <a:r>
              <a:t>   * Best for: Complex analysis, visualizations, statistics</a:t>
            </a:r>
          </a:p>
          <a:p>
            <a:r>
              <a:t>   * You describe what you want in plain English</a:t>
            </a:r>
          </a:p>
          <a:p/>
          <a:p>
            <a:r>
              <a:t>ASK THE CLASS:</a:t>
            </a:r>
          </a:p>
          <a:p>
            <a:r>
              <a:t>   "What analysis have you wished you could do but didn't have the tools for?"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Visualizations: Not just descriptions, actual charts</a:t>
            </a:r>
          </a:p>
          <a:p>
            <a:r>
              <a:t>   * Statistics: Correlation, regression, forecasting</a:t>
            </a:r>
          </a:p>
          <a:p>
            <a:r>
              <a:t>   * Data cleaning: Handles messy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8 minutes</a:t>
            </a:r>
          </a:p>
          <a:p/>
          <a:p>
            <a:r>
              <a:t>KEY POINTS:</a:t>
            </a:r>
          </a:p>
          <a:p>
            <a:r>
              <a:t>   * This is the most powerful demo - take your time</a:t>
            </a:r>
          </a:p>
          <a:p>
            <a:r>
              <a:t>   * Show the chart it creates</a:t>
            </a:r>
          </a:p>
          <a:p>
            <a:r>
              <a:t>   * You don't need to understand the code</a:t>
            </a:r>
          </a:p>
          <a:p/>
          <a:p>
            <a:r>
              <a:t>ASK THE CLASS:</a:t>
            </a:r>
          </a:p>
          <a:p>
            <a:r>
              <a:t>   "When would you use this level of analysis?"</a:t>
            </a:r>
          </a:p>
          <a:p>
            <a:r>
              <a:t>   [PAUSE for 30-60 seconds]</a:t>
            </a:r>
          </a:p>
          <a:p/>
          <a:p>
            <a:r>
              <a:t>DEMO:</a:t>
            </a:r>
          </a:p>
          <a:p>
            <a:r>
              <a:t>   Upload data, ask for visualization. Ask for correlation analysis. Show the chart and code it generates.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Start simple, add complexity</a:t>
            </a:r>
          </a:p>
          <a:p>
            <a:r>
              <a:t>   * Each step builds on the last</a:t>
            </a:r>
          </a:p>
          <a:p>
            <a:r>
              <a:t>   * Analyst Agent remembers context</a:t>
            </a:r>
          </a:p>
          <a:p/>
          <a:p>
            <a:r>
              <a:t>REAL-WORLD EXAMPLE:</a:t>
            </a:r>
          </a:p>
          <a:p>
            <a:r>
              <a:t>   CFO asks: 'Is marketing spend correlated with sales?' Analyst Agent runs correlation analysis and shows the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The key is knowing each tool's strength</a:t>
            </a:r>
          </a:p>
          <a:p>
            <a:r>
              <a:t>   * Analyst Agent: Visualizations and statistics</a:t>
            </a:r>
          </a:p>
          <a:p>
            <a:r>
              <a:t>   * Claude: Deep reasoning and 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No single best tool - match to the task</a:t>
            </a:r>
          </a:p>
          <a:p>
            <a:r>
              <a:t>   * Here's your decision 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Speed: Copilot &gt; Claude &gt; Analyst Agent</a:t>
            </a:r>
          </a:p>
          <a:p>
            <a:r>
              <a:t>   * Depth: Analyst Agent &gt; Claude &gt; Copilot</a:t>
            </a:r>
          </a:p>
          <a:p>
            <a:r>
              <a:t>   * Power users switch based on the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Let's see these tools in real Finance and Ops workflows</a:t>
            </a:r>
          </a:p>
          <a:p>
            <a:r>
              <a:t>   * Three practical scenarios</a:t>
            </a:r>
          </a:p>
          <a:p>
            <a:r>
              <a:t>   * Take notes - these are actionable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Claude is best here: Deep reasoning about variances</a:t>
            </a:r>
          </a:p>
          <a:p>
            <a:r>
              <a:t>   * The 'explain causes' step is where Claude shines</a:t>
            </a:r>
          </a:p>
          <a:p>
            <a:r>
              <a:t>   * Output: Ready-to-use CFO summary</a:t>
            </a:r>
          </a:p>
          <a:p/>
          <a:p>
            <a:r>
              <a:t>REAL-WORLD EXAMPLE:</a:t>
            </a:r>
          </a:p>
          <a:p>
            <a:r>
              <a:t>   A finance manager reduced monthly variance analysis from 3 hours to 30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Start with Copilot for quick facts</a:t>
            </a:r>
          </a:p>
          <a:p>
            <a:r>
              <a:t>   * Move to Analyst Agent for visualization</a:t>
            </a:r>
          </a:p>
          <a:p>
            <a:r>
              <a:t>   * Multi-tool workflow: Use strengths of each</a:t>
            </a:r>
          </a:p>
          <a:p/>
          <a:p>
            <a:r>
              <a:t>REAL-WORLD EXAMPLE:</a:t>
            </a:r>
          </a:p>
          <a:p>
            <a:r>
              <a:t>   An ops director identified a problematic supplier by asking for 'delivery performance trends by supplier'.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Not asking AI to MAKE the decision</a:t>
            </a:r>
          </a:p>
          <a:p>
            <a:r>
              <a:t>   * Asking AI to help you THINK THROUGH the decision</a:t>
            </a:r>
          </a:p>
          <a:p>
            <a:r>
              <a:t>   * 'What am I missing?' is a powerful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AI augments human judgment, doesn't replace it</a:t>
            </a:r>
          </a:p>
          <a:p>
            <a:r>
              <a:t>   * Great for vendor selection, budget decisions, strategy</a:t>
            </a:r>
          </a:p>
          <a:p>
            <a:r>
              <a:t>   * Always verify important outputs</a:t>
            </a:r>
          </a:p>
          <a:p/>
          <a:p>
            <a:r>
              <a:t>REAL-WORLD EXAMPLE:</a:t>
            </a:r>
          </a:p>
          <a:p>
            <a:r>
              <a:t>   A VP facing a vendor selection decision uploaded the proposals and asked Claude to compare them on key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Your turn to try these tools</a:t>
            </a:r>
          </a:p>
          <a:p>
            <a:r>
              <a:t>   * Pick one approach and try it with your own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7 minutes</a:t>
            </a:r>
          </a:p>
          <a:p/>
          <a:p>
            <a:r>
              <a:t>KEY POINTS:</a:t>
            </a:r>
          </a:p>
          <a:p>
            <a:r>
              <a:t>   * Walk around and help</a:t>
            </a:r>
          </a:p>
          <a:p>
            <a:r>
              <a:t>   * Encourage trying different tools</a:t>
            </a:r>
          </a:p>
          <a:p>
            <a:r>
              <a:t>   * Compare results between tools</a:t>
            </a:r>
          </a:p>
          <a:p/>
          <a:p>
            <a:r>
              <a:t>ASK THE CLASS:</a:t>
            </a:r>
          </a:p>
          <a:p>
            <a:r>
              <a:t>   "Which tool worked best for your data?"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Let's recap the five tools you learned today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Five tools, each with strengths</a:t>
            </a:r>
          </a:p>
          <a:p>
            <a:r>
              <a:t>   * Start with one, add others as needed</a:t>
            </a:r>
          </a:p>
          <a:p>
            <a:r>
              <a:t>   * Practice makes permanent</a:t>
            </a:r>
          </a:p>
          <a:p/>
          <a:p>
            <a:r>
              <a:t>ASK THE CLASS:</a:t>
            </a:r>
          </a:p>
          <a:p>
            <a:r>
              <a:t>   "Which tool are you going to try first?"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Keep this handy</a:t>
            </a:r>
          </a:p>
          <a:p>
            <a:r>
              <a:t>   * The right tool depends on the task</a:t>
            </a:r>
          </a:p>
          <a:p>
            <a:r>
              <a:t>   * Experiment and find what works for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The handout has the decision guide</a:t>
            </a:r>
          </a:p>
          <a:p>
            <a:r>
              <a:t>   * IT can help with access issues</a:t>
            </a:r>
          </a:p>
          <a:p>
            <a:r>
              <a:t>   * Practice is the best way to improve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minutes</a:t>
            </a:r>
          </a:p>
          <a:p/>
          <a:p>
            <a:r>
              <a:t>KEY POINTS:</a:t>
            </a:r>
          </a:p>
          <a:p>
            <a:r>
              <a:t>   * Floor is open for questions about any of the tools</a:t>
            </a:r>
          </a:p>
          <a:p>
            <a:r>
              <a:t>   * Common question: 'Can I trust AI with sensitive data?' - Enterprise tools have security controls</a:t>
            </a:r>
          </a:p>
          <a:p>
            <a:r>
              <a:t>   * Common question: 'What about accuracy?' - Always verify important outputs</a:t>
            </a:r>
          </a:p>
          <a:p/>
          <a:p>
            <a:r>
              <a:t>ASK THE CLASS:</a:t>
            </a:r>
          </a:p>
          <a:p>
            <a:r>
              <a:t>   "Any questions?"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AI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Data Analysis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Claude, Microsoft 365 Copilot, and Analyst Agent - three powerful approaches.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Three Approaches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E8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E8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Claude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Analyst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3273552"/>
            <a:ext cx="7772171" cy="3657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Excel Tools</a:t>
            </a:r>
          </a:p>
        </p:txBody>
      </p:sp>
      <p:sp>
        <p:nvSpPr>
          <p:cNvPr id="7" name="Oval 6"/>
          <p:cNvSpPr/>
          <p:nvPr/>
        </p:nvSpPr>
        <p:spPr>
          <a:xfrm>
            <a:off x="3505123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5123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23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Chat Analysis</a:t>
            </a:r>
          </a:p>
        </p:txBody>
      </p:sp>
      <p:sp>
        <p:nvSpPr>
          <p:cNvPr id="10" name="Oval 9"/>
          <p:cNvSpPr/>
          <p:nvPr/>
        </p:nvSpPr>
        <p:spPr>
          <a:xfrm>
            <a:off x="6095847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847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647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Workflows</a:t>
            </a:r>
          </a:p>
        </p:txBody>
      </p:sp>
      <p:sp>
        <p:nvSpPr>
          <p:cNvPr id="13" name="Oval 12"/>
          <p:cNvSpPr/>
          <p:nvPr/>
        </p:nvSpPr>
        <p:spPr>
          <a:xfrm>
            <a:off x="8686571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571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371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Practice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6B4A"/>
                </a:solidFill>
              </a:defRPr>
            </a:pPr>
            <a:r>
              <a:t>Excel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E8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AI-Powered Spreadsheet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Sidebar appears in your spreadsheet. Understands your data in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Installing Claude for Excel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Excel &gt; Insert &gt; Get Add-ins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Search 'Claude'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Click Add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Sign 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D4AA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Formula Assistance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95A5"/>
                </a:solidFill>
              </a:defRPr>
            </a:pPr>
            <a:r>
              <a:t>Write, debug, and explain Excel formulas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Formula Prompts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Write a formula to calculate YoY growth</a:t>
            </a:r>
            <a:br/>
            <a:br/>
            <a:r>
              <a:t>What's wrong with this formula?</a:t>
            </a:r>
            <a:br/>
            <a:r>
              <a:t>=VLOOKUP(A2,Sheet2!A:C,3,TRUE)</a:t>
            </a:r>
            <a:br/>
            <a:br/>
            <a:r>
              <a:t>Explain what this SUMIFS does</a:t>
            </a:r>
            <a:br/>
            <a:br/>
            <a:r>
              <a:t>Convert this to array formula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D4AA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Data Analysis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95A5"/>
                </a:solidFill>
              </a:defRPr>
            </a:pPr>
            <a:r>
              <a:t>Identify trends, find outliers, suggest visualizations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Analysis Prompts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What trends do you see in columns B-D?</a:t>
            </a:r>
            <a:br/>
            <a:br/>
            <a:r>
              <a:t>Are there any outliers in this data?</a:t>
            </a:r>
            <a:br/>
            <a:br/>
            <a:r>
              <a:t>How should I visualize this data?</a:t>
            </a:r>
            <a:br/>
            <a:br/>
            <a:r>
              <a:t>What questions should I ask about</a:t>
            </a:r>
            <a:br/>
            <a:r>
              <a:t>this dataset?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Financial Modeling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Build models, check assumptions, validate formulas, explain calculations.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78D4"/>
                </a:solidFill>
              </a:defRPr>
            </a:pPr>
            <a:r>
              <a:t>Copilot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Copilot vs Claude in Excel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77559" y="1371600"/>
            <a:ext cx="36576" cy="4572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3643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Built-in to Excel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Creates PivotTables &amp; charts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Fast for quick tasks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DOES things directly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6B4A"/>
                </a:solidFill>
              </a:defRPr>
            </a:pPr>
            <a:r>
              <a:t>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286000"/>
            <a:ext cx="53643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Add-in sidebar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Debug &amp; explain formulas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Deeper analysis help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EXPLAINS &amp; advises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00D4AA"/>
                </a:solidFill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FFFFFF"/>
                </a:solidFill>
              </a:defRPr>
            </a:pPr>
            <a:r>
              <a:t>Data MUST be formatted as a Table (Ctrl+T) for Copilot to work properly.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D4AA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PivotTables with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95A5"/>
                </a:solidFill>
              </a:defRPr>
            </a:pPr>
            <a:r>
              <a:t>Create PivotTables with natural language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PivotTable Prompts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Create a PivotTable showing</a:t>
            </a:r>
            <a:br/>
            <a:r>
              <a:t>sales by region and quarter</a:t>
            </a:r>
            <a:br/>
            <a:br/>
            <a:r>
              <a:t>Summarize data by category</a:t>
            </a:r>
            <a:br/>
            <a:br/>
            <a:r>
              <a:t>What were the top 10 products?</a:t>
            </a:r>
            <a:br/>
            <a:br/>
            <a:r>
              <a:t>Compare this year vs last year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D4AA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Charts with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95A5"/>
                </a:solidFill>
              </a:defRPr>
            </a:pPr>
            <a:r>
              <a:t>Create charts from descriptions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Chat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Three Chat Approaches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E8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E8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Claude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Copilot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Analyst Agent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Claude Chat + File Upload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Go to claude.ai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Upload your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Ask analysis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Iterate and refine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D4AA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Claude Chat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95A5"/>
                </a:solidFill>
              </a:defRPr>
            </a:pPr>
            <a:r>
              <a:t>Upload Q4 sales data and analyze trends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Claude Analysis Prompt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I've uploaded our Q4 sales data.</a:t>
            </a:r>
            <a:br/>
            <a:r>
              <a:t>Please:</a:t>
            </a:r>
            <a:br/>
            <a:br/>
            <a:r>
              <a:t>1. Identify the top 3 trends</a:t>
            </a:r>
            <a:br/>
            <a:r>
              <a:t>2. Flag any concerning patterns</a:t>
            </a:r>
            <a:br/>
            <a:r>
              <a:t>3. Suggest 3 questions the CFO</a:t>
            </a:r>
            <a:br/>
            <a:r>
              <a:t>   might ask</a:t>
            </a:r>
            <a:b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Copilot Chat + M365 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Go to copilot.microsoft.com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Attach or ask to find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Ask your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Get quick answer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D4AA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Copilot Chat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95A5"/>
                </a:solidFill>
              </a:defRPr>
            </a:pPr>
            <a:r>
              <a:t>Find and analyze files in M365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0B981"/>
                </a:solidFill>
              </a:defRPr>
            </a:pPr>
            <a:r>
              <a:t>Analyst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Data Scientist in a Chat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Powered by o3-mini. Runs Python. Creates visualizations. Computes statistics.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Analyst Agent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Visualize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Statistics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Forecast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D4AA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Analyst Agent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95A5"/>
                </a:solidFill>
              </a:defRPr>
            </a:pPr>
            <a:r>
              <a:t>Upload data, get visualizations and statistics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Analyst Agent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1. "Analyze this sales data for trends"</a:t>
            </a:r>
            <a:br/>
            <a:br/>
            <a:r>
              <a:t>2. "Create a visualization of monthly</a:t>
            </a:r>
            <a:br/>
            <a:r>
              <a:t>    revenue"</a:t>
            </a:r>
            <a:br/>
            <a:br/>
            <a:r>
              <a:t>3. "Is there correlation between</a:t>
            </a:r>
            <a:br/>
            <a:r>
              <a:t>    marketing spend and sales?"</a:t>
            </a:r>
            <a:b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0F1A"/>
                </a:solidFill>
              </a:defRPr>
            </a:pPr>
            <a:r>
              <a:t>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Which tool creates visualizations with trendlines and forecasts?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2491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A) Claude for Excel - best at formula help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2900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9359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B) Copilot in Excel - good for PivotTables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6227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C) M365 Analyst Agent - creates visualizations and forecasts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6636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3095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D) Copilot Chat - searches M365 files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Which?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77559" y="1371600"/>
            <a:ext cx="36576" cy="4572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Quick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3643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Copilot Chat: Fast answers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Copilot Excel: PivotTables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Search M365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Deep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286000"/>
            <a:ext cx="53643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Claude: Complex reasoning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Analyst Agent: Statistics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Visualizations &amp; forecasts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Budget Variance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U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Upload budget vs actual to Claude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Identify the 5 largest variances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Explain possible causes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Draft CFO summary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Supplier Performance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V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Copilot: Find the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Copilot: Quick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Analyst: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Claude: Deep dive if needed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Decision Support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Upload data. Describe the decision. Ask: 'What factors should I consider?'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Decision Support Prompts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What are the risks of each option?</a:t>
            </a:r>
            <a:br/>
            <a:br/>
            <a:r>
              <a:t>What would you recommend and why?</a:t>
            </a:r>
            <a:br/>
            <a:br/>
            <a:r>
              <a:t>What questions should I ask?</a:t>
            </a:r>
            <a:br/>
            <a:br/>
            <a:r>
              <a:t>What data would help this decision?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097280" cy="4572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976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65760"/>
            <a:ext cx="1371600" cy="457200"/>
          </a:xfrm>
          <a:prstGeom prst="roundRect">
            <a:avLst/>
          </a:prstGeom>
          <a:solidFill>
            <a:srgbClr val="141A26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2895" y="42976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7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Exercise: Data Analysis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743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848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8483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Choose: Claude Chat, Copilot Chat, or Analyst Agent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620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6207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Upload or find a data file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393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3931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Ask for trends or summary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34340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165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1655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Iterate: Ask a follow-up question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12064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9379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9379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Compare results if time allows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88720"/>
            <a:ext cx="91440" cy="5029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You Learned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Claude for Excel: Formula help, in-context analysis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Copilot in Excel: PivotTables, charts, quick tasks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Claude Chat: Deep analysis, complex reasoning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Copilot Chat: Quick queries, M365 search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66344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Analyst Agent: Visualizations, statistics, forecasts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Your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Quick = Copilot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E8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E8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Deep = Claude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Visual = Analyst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Claude: claude.ai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Copilot: copilot.microsoft.com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Analyst Agent: In M365 Copilot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Internal Support: Your IT channel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