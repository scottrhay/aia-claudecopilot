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pic>
        <p:nvPicPr>
          <p:cNvPr id="5" name="Picture 4" descr="d3-custom-commands.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pic>
        <p:nvPicPr>
          <p:cNvPr id="44" name="Picture 43" descr="d3-subagent-orchestration.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pic>
        <p:nvPicPr>
          <p:cNvPr id="8" name="Picture 7" descr="d3-hooks-pipelin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pic>
        <p:nvPicPr>
          <p:cNvPr id="30" name="Picture 29" descr="d3-mcp-archite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Prompts</a:t>
            </a:r>
            <a:br/>
            <a:r>
              <a:t>Templates for tasks</a:t>
            </a:r>
            <a:br/>
            <a:r>
              <a:t>(analyze_pr, debug_error)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pic>
        <p:nvPicPr>
          <p:cNvPr id="5" name="Picture 4" descr="d3-cost-management.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