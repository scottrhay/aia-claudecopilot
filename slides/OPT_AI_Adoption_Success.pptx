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The 201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D4AA"/>
                </a:solidFill>
              </a:defRPr>
            </a:pPr>
            <a:r>
              <a:t>Why 80% of Your Team Stopped Using AI</a:t>
            </a:r>
          </a:p>
          <a:p>
            <a:r>
              <a:t>(And the 6 Skills That Would Have Saved Them)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CA3AF"/>
                </a:solidFill>
              </a:defRPr>
            </a:pPr>
            <a:r>
              <a:t>Based on Microsoft 300K Employee Study | © 2026 AIA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Microsoft Learned From 300,000 Copilot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300,000 employees tracked using Microsoft Copilot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Excitement peaked at 3 weeks — then cratered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80% quietly stopped using it — no complaints, no help tickets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The 20% who survived didn't have better prompting skills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They figured out: AI is a management skill, not a tool skill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Missing Middle: Where 201 Should 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101: Prompting Basics — Everyone gets this (onboarding, lunch-and-learns)</a:t>
            </a:r>
          </a:p>
          <a:p>
            <a:pPr>
              <a:spcAft>
                <a:spcPts val="1200"/>
              </a:spcAft>
              <a:defRPr sz="2400">
                <a:solidFill>
                  <a:srgbClr val="E86B4A"/>
                </a:solidFill>
              </a:defRPr>
            </a:pPr>
            <a:r>
              <a:t>• 201: AI Judgment Skills — Almost NOBODY teaches this ← Where adoption fails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401: Technical/API — Developers and IT Pros get this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The 201 Question: Where does this fit in MY workflow?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Can I trust this output? ← This is where the productivity gains live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6 Skills That Separate the 20% from the 80%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00D4AA"/>
                </a:solidFill>
              </a:defRPr>
            </a:pPr>
            <a:r>
              <a:t>1. Context Assembly — Knowing what info to give AI (and what to withhold)</a:t>
            </a:r>
          </a:p>
          <a:p>
            <a:pPr>
              <a:spcAft>
                <a:spcPts val="1400"/>
              </a:spcAft>
              <a:defRPr sz="2200">
                <a:solidFill>
                  <a:srgbClr val="00D4AA"/>
                </a:solidFill>
              </a:defRPr>
            </a:pPr>
            <a:r>
              <a:t>2. Quality Judgment — Knowing when to trust output vs. verify</a:t>
            </a:r>
          </a:p>
          <a:p>
            <a:pPr>
              <a:spcAft>
                <a:spcPts val="1400"/>
              </a:spcAft>
              <a:defRPr sz="2200">
                <a:solidFill>
                  <a:srgbClr val="00D4AA"/>
                </a:solidFill>
              </a:defRPr>
            </a:pPr>
            <a:r>
              <a:t>3. Task Decomposition — Breaking work into AI-sized chunks</a:t>
            </a:r>
          </a:p>
          <a:p>
            <a:pPr>
              <a:spcAft>
                <a:spcPts val="1400"/>
              </a:spcAft>
              <a:defRPr sz="2200">
                <a:solidFill>
                  <a:srgbClr val="00D4AA"/>
                </a:solidFill>
              </a:defRPr>
            </a:pPr>
            <a:r>
              <a:t>4. Iterative Refinement — Moving from 70% to 95% through passes</a:t>
            </a:r>
          </a:p>
          <a:p>
            <a:pPr>
              <a:spcAft>
                <a:spcPts val="1400"/>
              </a:spcAft>
              <a:defRPr sz="2200">
                <a:solidFill>
                  <a:srgbClr val="00D4AA"/>
                </a:solidFill>
              </a:defRPr>
            </a:pPr>
            <a:r>
              <a:t>5. Workflow Integration — AI embedded in process, not side tool</a:t>
            </a:r>
          </a:p>
          <a:p>
            <a:pPr>
              <a:spcAft>
                <a:spcPts val="1400"/>
              </a:spcAft>
              <a:defRPr sz="2200">
                <a:solidFill>
                  <a:srgbClr val="00D4AA"/>
                </a:solidFill>
              </a:defRPr>
            </a:pPr>
            <a:r>
              <a:t>6. Frontier Recognition — Knowing when AI CAN'T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86B4A"/>
                </a:solidFill>
              </a:defRPr>
            </a:pPr>
            <a:r>
              <a:t>⚡ None of these are prompting skills. They're management skills.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Action Items: Closing the 201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1. Audit your training — Do you have anything between 101 and 401?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2. Recruit manager-champions — Best advocates are good delegators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3. Lead with permission — Publish 'encouraged uses' list first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4. Invest 5+ hours per user — Research shows this doubles usage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5. Discover across functions — Interview every department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6. Share failures openly — Build collective frontier recognition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D4AA"/>
                </a:solidFill>
              </a:defRPr>
            </a:pPr>
            <a:r>
              <a:t>Let's discuss your specific adoption challenges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