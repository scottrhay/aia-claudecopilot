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Welcome to Session 3. Over the next four hours, you're going to fundamentally change how you build executive presentations. No more staring at blank slides for hours. No more death-by-bullet-point decks. By the end of today, you'll have a complete workflow for turning raw analysis into polished, persuasive executive decks — with Claude as your strategic communications partner.</a:t>
            </a:r>
          </a:p>
          <a:p/>
          <a:p>
            <a:r>
              <a:t>KEY POINTS:</a:t>
            </a:r>
          </a:p>
          <a:p>
            <a:r>
              <a:t>   * This session bridges the gap between analysis and executive communication</a:t>
            </a:r>
          </a:p>
          <a:p>
            <a:r>
              <a:t>   * We'll cover Claude's PowerPoint integration — a Research Preview launched February 2026 — plus using Claude.ai artifacts to draft content</a:t>
            </a:r>
          </a:p>
          <a:p>
            <a:r>
              <a:t>   * You'll learn frameworks used by McKinsey, Bain, and BCG for structuring executive narratives</a:t>
            </a:r>
          </a:p>
          <a:p>
            <a:r>
              <a:t>   * Hands-on lab at the end: you'll build a real executive summary deck from scratch</a:t>
            </a:r>
          </a:p>
          <a:p/>
          <a:p>
            <a:r>
              <a:t>REAL-WORLD EXAMPLE:</a:t>
            </a:r>
          </a:p>
          <a:p>
            <a:r>
              <a:t>   A VP of Strategy at a Fortune 500 used Claude to transform a 40-page analysis into a 12-slide board presentation in under an hour. The CEO called it the clearest strategy deck he'd seen in five years.</a:t>
            </a:r>
          </a:p>
          <a:p/>
          <a:p>
            <a:r>
              <a:t>TRANSITION:</a:t>
            </a:r>
          </a:p>
          <a:p>
            <a:r>
              <a:t>   Let's look at what we're covering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Here's our roadmap. We start with the tools, move into the frameworks, and finish by building a real deck.</a:t>
            </a:r>
          </a:p>
          <a:p/>
          <a:p>
            <a:r>
              <a:t>KEY POINTS:</a:t>
            </a:r>
          </a:p>
          <a:p>
            <a:r>
              <a:t>   * First half covers the 'how' — Claude's PowerPoint integration and the communication frameworks that make decks persuasive</a:t>
            </a:r>
          </a:p>
          <a:p>
            <a:r>
              <a:t>   * Second half is about polish and practice — refining messaging, then a full hands-on lab</a:t>
            </a:r>
          </a:p>
          <a:p>
            <a:r>
              <a:t>   * Two breaks built in — this is a marathon, not a sprint</a:t>
            </a:r>
          </a:p>
          <a:p>
            <a:r>
              <a:t>   * The lab is the capstone: you'll leave with a deck you can actually use</a:t>
            </a:r>
          </a:p>
          <a:p/>
          <a:p>
            <a:r>
              <a:t>TRANSITION:</a:t>
            </a:r>
          </a:p>
          <a:p>
            <a:r>
              <a:t>   Let's start with your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Eight objectives. Every single one is practical and measurable. By 1 PM, you'll have done all of these — not just heard about them.</a:t>
            </a:r>
          </a:p>
          <a:p/>
          <a:p>
            <a:r>
              <a:t>KEY POINTS:</a:t>
            </a:r>
          </a:p>
          <a:p>
            <a:r>
              <a:t>   * The first three are about tooling — knowing what Claude can do in PowerPoint and how to use it</a:t>
            </a:r>
          </a:p>
          <a:p>
            <a:r>
              <a:t>   * Objectives four through six are about communication craft — the frameworks that separate good decks from great ones</a:t>
            </a:r>
          </a:p>
          <a:p>
            <a:r>
              <a:t>   * The last two are about workflow — speed and completeness in real-world conditions</a:t>
            </a:r>
          </a:p>
          <a:p>
            <a:r>
              <a:t>   * This isn't a PowerPoint design course. It's about strategic communication accelerated by AI.</a:t>
            </a:r>
          </a:p>
          <a:p/>
          <a:p>
            <a:r>
              <a:t>ASK THE CLASS:</a:t>
            </a:r>
          </a:p>
          <a:p>
            <a:r>
              <a:t>   "How long does it typically take you to build a 15-slide executive presentation from scratch? Keep that number in mind — we'll revisit it at the end."</a:t>
            </a:r>
          </a:p>
          <a:p>
            <a:r>
              <a:t>   [PAUSE for 30-60 seconds]</a:t>
            </a:r>
          </a:p>
          <a:p/>
          <a:p>
            <a:r>
              <a:t>TRANSITION:</a:t>
            </a:r>
          </a:p>
          <a:p>
            <a:r>
              <a:t>   Let's dive into how Claude actually works inside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one. We're starting with the tools themselves — what's available, how they work, and when to use which approach.</a:t>
            </a:r>
          </a:p>
          <a:p/>
          <a:p>
            <a:r>
              <a:t>TRANSITION:</a:t>
            </a:r>
          </a:p>
          <a:p>
            <a:r>
              <a:t>   Let's look at Claude's PowerPoint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There are three fundamental workflows for creating presentations with Claude, and knowing which one to use is half the battle.</a:t>
            </a:r>
          </a:p>
          <a:p/>
          <a:p>
            <a:r>
              <a:t>KEY POINTS:</a:t>
            </a:r>
          </a:p>
          <a:p>
            <a:r>
              <a:t>   * From Scratch is your fastest path. You describe what you need — audience, length, key topics, tone — and Claude generates a complete deck structure. This is perfect when you're starting from nothing and need momentum. The key insight: you're not starting from zero anymore, you're starting from 60 to 70 percent complete.</a:t>
            </a:r>
          </a:p>
          <a:p>
            <a:r>
              <a:t>   * From Documents is the single most underrated workflow. If you already have content in a report, brief, email, or analysis — why recreate it? Upload the document and tell Claude to convert it into a presentation. A consulting client converted a 28-page strategy document into a 12-slide board presentation in under a minute. The traditional workflow would have been 2 to 3 hours minimum.</a:t>
            </a:r>
          </a:p>
          <a:p>
            <a:r>
              <a:t>   * Slide-by-Slide is for high-stakes situations. Instead of generating everything at once, you build progressively with targeted prompts: 'Create an agenda slide for our digital transformation project,' then 'Add a slide showing top 3 benefits with supporting data,' then 'Add a timeline from Q1 to Q4.' You stay in control of the narrative while Claude handles the execution.</a:t>
            </a:r>
          </a:p>
          <a:p/>
          <a:p>
            <a:r>
              <a:t>ASK THE CLASS:</a:t>
            </a:r>
          </a:p>
          <a:p>
            <a:r>
              <a:t>   "Which of these three workflows matches how you typically create presentations? And which one would save you the most time?"</a:t>
            </a:r>
          </a:p>
          <a:p>
            <a:r>
              <a:t>   [PAUSE for 30-60 seconds]</a:t>
            </a:r>
          </a:p>
          <a:p/>
          <a:p>
            <a:r>
              <a:t>REAL-WORLD EXAMPLE:</a:t>
            </a:r>
          </a:p>
          <a:p>
            <a:r>
              <a:t>   A presentation consultant tested all three methods on real client work. From Scratch saved 75 percent of creation time. From Documents was the biggest surprise — professionals who already have content in documents are recreating work that already exists. Slide-by-Slide was essential for a 12 million pound banking pitch where generic output would have been unacceptable.</a:t>
            </a:r>
          </a:p>
          <a:p/>
          <a:p>
            <a:r>
              <a:t>TRANSITION:</a:t>
            </a:r>
          </a:p>
          <a:p>
            <a:r>
              <a:t>   Let's look at how Claude's PowerPoint integration works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Let's be honest about what the sidebar can and cannot do. Setting realistic expectations now saves frustration later.</a:t>
            </a:r>
          </a:p>
          <a:p/>
          <a:p>
            <a:r>
              <a:t>KEY POINTS:</a:t>
            </a:r>
          </a:p>
          <a:p>
            <a:r>
              <a:t>   * The sidebar excels at text content — headlines, bullet points, speaker notes, narrative flow</a:t>
            </a:r>
          </a:p>
          <a:p>
            <a:r>
              <a:t>   * It's Opus-powered, so it understands nuance, tone, and strategic framing at a very high level</a:t>
            </a:r>
          </a:p>
          <a:p>
            <a:r>
              <a:t>   * Current limitations are mostly around visual design — it won't replace a graphic designer</a:t>
            </a:r>
          </a:p>
          <a:p>
            <a:r>
              <a:t>   * Think of it as having a McKinsey associate sitting next to you, whispering better ways to phrase everything</a:t>
            </a:r>
          </a:p>
          <a:p>
            <a:r>
              <a:t>   * The Research Preview will improve rapidly — Microsoft and Anthropic are actively developing this</a:t>
            </a:r>
          </a:p>
          <a:p>
            <a:r>
              <a:t>   * Quick note on security that your IT team will ask about: Claude does not train on your content. Your data stays private. That said, always verify your organization's data governance policies before using AI with sensitive presentations — especially investor materials, M&amp;A decks, or anything with material non-public information.</a:t>
            </a:r>
          </a:p>
          <a:p/>
          <a:p>
            <a:r>
              <a:t>ASK THE CLASS:</a:t>
            </a:r>
          </a:p>
          <a:p>
            <a:r>
              <a:t>   "What's the most time-consuming part of building presentations for you — is it the content, the structure, or the visual design?"</a:t>
            </a:r>
          </a:p>
          <a:p>
            <a:r>
              <a:t>   [PAUSE for 30-60 seconds]</a:t>
            </a:r>
          </a:p>
          <a:p/>
          <a:p>
            <a:r>
              <a:t>TRANSITION:</a:t>
            </a:r>
          </a:p>
          <a:p>
            <a:r>
              <a:t>   Now let me show you the sidebar in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OPEN WITH:</a:t>
            </a:r>
          </a:p>
          <a:p>
            <a:r>
              <a:t>   Let me show you what this looks like in practice. I'm going to build a quarterly business review deck from scratch in under five minutes.</a:t>
            </a:r>
          </a:p>
          <a:p/>
          <a:p>
            <a:r>
              <a:t>KEY POINTS:</a:t>
            </a:r>
          </a:p>
          <a:p>
            <a:r>
              <a:t>   * Notice how Claude doesn't just list bullet points — it structures a narrative arc across the slides</a:t>
            </a:r>
          </a:p>
          <a:p>
            <a:r>
              <a:t>   * The sidebar remembers context from previous slides, so the deck tells a coherent story</a:t>
            </a:r>
          </a:p>
          <a:p>
            <a:r>
              <a:t>   * Refinement is iterative: generate, review, refine, repeat</a:t>
            </a:r>
          </a:p>
          <a:p>
            <a:r>
              <a:t>   * Speaker notes generation alone saves 30-60 minutes per deck</a:t>
            </a:r>
          </a:p>
          <a:p>
            <a:r>
              <a:t>   * Quick note on security that your IT team will ask about: Claude does not train on your content. Your data stays private. That said, always verify your organization's data governance policies before using AI with sensitive presentations — especially investor materials, M&amp;A decks, or anything with material non-public information.</a:t>
            </a:r>
          </a:p>
          <a:p/>
          <a:p>
            <a:r>
              <a:t>REAL-WORLD EXAMPLE:</a:t>
            </a:r>
          </a:p>
          <a:p>
            <a:r>
              <a:t>   Watch the headline transformation: 'Q3 Revenue Update' becomes 'Q3 Revenue Exceeded Targets by 23% — Here's What's Driving Growth.' Same data, completely different executive impact.</a:t>
            </a:r>
          </a:p>
          <a:p/>
          <a:p>
            <a:r>
              <a:t>DEMO:</a:t>
            </a:r>
          </a:p>
          <a:p>
            <a:r>
              <a:t>   Open PowerPoint, activate the Claude sidebar. Type the brief exactly as shown. Walk through each generated slide, highlighting how Claude structures the narrative. Then demonstrate the refinement workflow — selecting individual slides and asking for improvements. Show the before/after of a bland headline vs. Claude's rewrite.</a:t>
            </a:r>
          </a:p>
          <a:p/>
          <a:p>
            <a:r>
              <a:t>TRANSITION:</a:t>
            </a:r>
          </a:p>
          <a:p>
            <a:r>
              <a:t>   Now let's talk about the other path — using Claude.ai artifacts.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The artifact workflow is my personal favorite for high-stakes presentations. Here's why: it separates thinking from formatting.</a:t>
            </a:r>
          </a:p>
          <a:p/>
          <a:p>
            <a:r>
              <a:t>KEY POINTS:</a:t>
            </a:r>
          </a:p>
          <a:p>
            <a:r>
              <a:t>   * When you draft in Claude.ai, you're in pure strategic thinking mode — no distractions from fonts and layouts</a:t>
            </a:r>
          </a:p>
          <a:p>
            <a:r>
              <a:t>   * Artifacts give you a persistent, editable document that you can iterate on before touching PowerPoint</a:t>
            </a:r>
          </a:p>
          <a:p>
            <a:r>
              <a:t>   * The prompt matters enormously — tell Claude the audience, the stakes, the desired action, and the data you have</a:t>
            </a:r>
          </a:p>
          <a:p>
            <a:r>
              <a:t>   * Transfer to PowerPoint is manual but fast — the hard work (structure and messaging) is already done</a:t>
            </a:r>
          </a:p>
          <a:p>
            <a:r>
              <a:t>   * Pro tip: ask Claude to output in a format that maps directly to slides — one section per slide with headline, 3 key points, and a takeaway</a:t>
            </a:r>
          </a:p>
          <a:p/>
          <a:p>
            <a:r>
              <a:t>REAL-WORLD EXAMPLE:</a:t>
            </a:r>
          </a:p>
          <a:p>
            <a:r>
              <a:t>   A CFO preparing for an earnings call used Claude.ai to draft the entire narrative arc, then transferred the content to the corporate template. The IR team said it was the tightest earnings deck they'd seen.</a:t>
            </a:r>
          </a:p>
          <a:p/>
          <a:p>
            <a:r>
              <a:t>TRANSITION:</a:t>
            </a:r>
          </a:p>
          <a:p>
            <a:r>
              <a:t>   Let me show you a prompt that generates perfect slide-ready content.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the prompt template I give to every executive I train. It works because it gives Claude everything it needs to think strategically about your deck.</a:t>
            </a:r>
          </a:p>
          <a:p/>
          <a:p>
            <a:r>
              <a:t>KEY POINTS:</a:t>
            </a:r>
          </a:p>
          <a:p>
            <a:r>
              <a:t>   * Notice the specificity: slide count, audience, context, goal, tone — Claude can't guess these</a:t>
            </a:r>
          </a:p>
          <a:p>
            <a:r>
              <a:t>   * Action-oriented headlines are the single biggest upgrade most decks need</a:t>
            </a:r>
          </a:p>
          <a:p>
            <a:r>
              <a:t>   * Asking for a specific framework (Pyramid, SCQA) gives Claude a structural backbone</a:t>
            </a:r>
          </a:p>
          <a:p>
            <a:r>
              <a:t>   * The 'start with the recommendation' instruction prevents the most common mistake: burying the lead</a:t>
            </a:r>
          </a:p>
          <a:p>
            <a:r>
              <a:t>   * You can paste raw data, reports, or analysis into the context section — Claude will extract what matters</a:t>
            </a:r>
          </a:p>
          <a:p/>
          <a:p>
            <a:r>
              <a:t>TRANSITION:</a:t>
            </a:r>
          </a:p>
          <a:p>
            <a:r>
              <a:t>   Now that we know the tools, let's master the frameworks that make executive communication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two. Tools are only as good as the thinking behind them. Now we learn the communication frameworks that separate forgettable decks from career-making presentations.</a:t>
            </a:r>
          </a:p>
          <a:p/>
          <a:p>
            <a:r>
              <a:t>TRANSITION:</a:t>
            </a:r>
          </a:p>
          <a:p>
            <a:r>
              <a:t>   Let's start with the most powerful framework in consulting.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Before we get to frameworks, let me name the single most common mistake I see. You spend 20 slides building context, showing analysis, walking through methodology — and then on slide 21, you finally reveal your recommendation. The executive checked out on slide 5.</a:t>
            </a:r>
          </a:p>
          <a:p/>
          <a:p>
            <a:r>
              <a:t>KEY POINTS:</a:t>
            </a:r>
          </a:p>
          <a:p>
            <a:r>
              <a:t>   * Executives don't read presentations linearly — they skip to the end</a:t>
            </a:r>
          </a:p>
          <a:p>
            <a:r>
              <a:t>   * Academic training teaches us to build arguments inductively: evidence then conclusion</a:t>
            </a:r>
          </a:p>
          <a:p>
            <a:r>
              <a:t>   * Executive communication is deductive: conclusion first, then evidence if they want it</a:t>
            </a:r>
          </a:p>
          <a:p>
            <a:r>
              <a:t>   * Barbara Minto coined this as the Pyramid Principle at McKinsey in the 1960s — it's still the gold standard</a:t>
            </a:r>
          </a:p>
          <a:p>
            <a:r>
              <a:t>   * Claude naturally defaults to inductive reasoning unless you explicitly tell it to lead with the answer</a:t>
            </a:r>
          </a:p>
          <a:p/>
          <a:p>
            <a:r>
              <a:t>REAL-WORLD EXAMPLE:</a:t>
            </a:r>
          </a:p>
          <a:p>
            <a:r>
              <a:t>   I watched a brilliant analyst present 30 minutes of methodology to a CEO. The CEO interrupted at minute 8: 'Just tell me what you think we should do.' The entire meeting was derailed. Lead with the answer.</a:t>
            </a:r>
          </a:p>
          <a:p/>
          <a:p>
            <a:r>
              <a:t>TRANSITION:</a:t>
            </a:r>
          </a:p>
          <a:p>
            <a:r>
              <a:t>   Which brings us to the Pyramid Principle.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The Pyramid Principle was developed by Barbara Minto at McKinsey. It's been the backbone of consulting communication for 60 years. Here's how it works for presentations.</a:t>
            </a:r>
          </a:p>
          <a:p/>
          <a:p>
            <a:r>
              <a:t>KEY POINTS:</a:t>
            </a:r>
          </a:p>
          <a:p>
            <a:r>
              <a:t>   * Top of the pyramid is your answer — the single most important thing you want the audience to know or do</a:t>
            </a:r>
          </a:p>
          <a:p>
            <a:r>
              <a:t>   * Below that are your supporting arguments — typically 3 to 5 mutually exclusive, collectively exhaustive reasons</a:t>
            </a:r>
          </a:p>
          <a:p>
            <a:r>
              <a:t>   * Below each argument is the evidence — data, case studies, analysis</a:t>
            </a:r>
          </a:p>
          <a:p>
            <a:r>
              <a:t>   * For a presentation, this maps perfectly: answer slide, then a section per argument, each with evidence slides</a:t>
            </a:r>
          </a:p>
          <a:p>
            <a:r>
              <a:t>   * Claude excels at this when prompted correctly: 'Structure this using the Pyramid Principle. Lead with the recommendation.'</a:t>
            </a:r>
          </a:p>
          <a:p/>
          <a:p>
            <a:r>
              <a:t>ASK THE CLASS:</a:t>
            </a:r>
          </a:p>
          <a:p>
            <a:r>
              <a:t>   "Think about the last presentation you gave. Did you lead with your recommendation, or did you build up to it?"</a:t>
            </a:r>
          </a:p>
          <a:p>
            <a:r>
              <a:t>   [PAUSE for 30-60 seconds]</a:t>
            </a:r>
          </a:p>
          <a:p/>
          <a:p>
            <a:r>
              <a:t>REAL-WORLD EXAMPLE:</a:t>
            </a:r>
          </a:p>
          <a:p>
            <a:r>
              <a:t>   McKinsey decks always start with an 'Executive Summary' slide that contains the full recommendation. Everything after that is supporting evidence. If the partner only reads one slide, they get the answer.</a:t>
            </a:r>
          </a:p>
          <a:p/>
          <a:p>
            <a:r>
              <a:t>TRANSITION:</a:t>
            </a:r>
          </a:p>
          <a:p>
            <a:r>
              <a:t>   The Pyramid Principle handles structure. For narrative flow, we need SCQA.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SCQA — Situation, Complication, Question, Answer. If the Pyramid Principle is the skeleton of your deck, SCQA is the opening story that hooks your audience.</a:t>
            </a:r>
          </a:p>
          <a:p/>
          <a:p>
            <a:r>
              <a:t>KEY POINTS:</a:t>
            </a:r>
          </a:p>
          <a:p>
            <a:r>
              <a:t>   * Situation: something the audience already knows and agrees with — this builds rapport and shared ground</a:t>
            </a:r>
          </a:p>
          <a:p>
            <a:r>
              <a:t>   * Complication: something has changed, something is at risk, there's a gap — this creates tension</a:t>
            </a:r>
          </a:p>
          <a:p>
            <a:r>
              <a:t>   * Question: the natural question that arises from the complication — 'So what should we do?'</a:t>
            </a:r>
          </a:p>
          <a:p>
            <a:r>
              <a:t>   * Answer: your recommendation — which then flows into the Pyramid structure</a:t>
            </a:r>
          </a:p>
          <a:p>
            <a:r>
              <a:t>   * SCQA typically maps to your first 3-4 slides before the main body begins</a:t>
            </a:r>
          </a:p>
          <a:p>
            <a:r>
              <a:t>   * Claude prompt: 'Frame this presentation using SCQA. The situation is [X], the complication is [Y].'</a:t>
            </a:r>
          </a:p>
          <a:p/>
          <a:p>
            <a:r>
              <a:t>REAL-WORLD EXAMPLE:</a:t>
            </a:r>
          </a:p>
          <a:p>
            <a:r>
              <a:t>   Situation: 'We've grown revenue 20% annually for three years.' Complication: 'Our largest customer segment is showing early churn signals.' Question: 'How do we protect our growth trajectory?' Answer: 'Three retention investments that will cost $2M but protect $50M in revenue.'</a:t>
            </a:r>
          </a:p>
          <a:p/>
          <a:p>
            <a:r>
              <a:t>TRANSITION:</a:t>
            </a:r>
          </a:p>
          <a:p>
            <a:r>
              <a:t>   There's one more framework that's particularly useful for problem-solving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SCR is SCQA's action-oriented cousin. It's particularly powerful when you're proposing a specific solution to a known problem.</a:t>
            </a:r>
          </a:p>
          <a:p/>
          <a:p>
            <a:r>
              <a:t>KEY POINTS:</a:t>
            </a:r>
          </a:p>
          <a:p>
            <a:r>
              <a:t>   * SCR drops the explicit 'Question' — the question is implied by the complication</a:t>
            </a:r>
          </a:p>
          <a:p>
            <a:r>
              <a:t>   * The Resolution section is where you spend most of your slides — this is your proposal</a:t>
            </a:r>
          </a:p>
          <a:p>
            <a:r>
              <a:t>   * Always end with a clear 'Ask' — what do you need from this audience? Budget? Approval? Headcount?</a:t>
            </a:r>
          </a:p>
          <a:p>
            <a:r>
              <a:t>   * Claude is excellent at SCR when you provide the situation and complication — it will generate a structured resolution</a:t>
            </a:r>
          </a:p>
          <a:p>
            <a:r>
              <a:t>   * Pro tip: Ask Claude to 'generate three alternative resolutions with tradeoffs' — then pick the strongest</a:t>
            </a:r>
          </a:p>
          <a:p/>
          <a:p>
            <a:r>
              <a:t>REAL-WORLD EXAMPLE:</a:t>
            </a:r>
          </a:p>
          <a:p>
            <a:r>
              <a:t>   A CTO used SCR for a cloud migration proposal. Situation: 'Our infrastructure costs are growing 40% year over year.' Complication: 'At current trajectory, infra will exceed revenue growth by Q3.' Resolution: 'A phased migration to cloud-native architecture that reduces costs 35% within 18 months.' The board approved $5M in funding on the spot.</a:t>
            </a:r>
          </a:p>
          <a:p/>
          <a:p>
            <a:r>
              <a:t>TRANSITION:</a:t>
            </a:r>
          </a:p>
          <a:p>
            <a:r>
              <a:t>   Now let's talk about the atomic unit of every executive deck — the slide headline.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Here's a test: if you read only the headlines of your deck and nothing else, do you get the full story? If not, your headlines are doing description, not communication.</a:t>
            </a:r>
          </a:p>
          <a:p/>
          <a:p>
            <a:r>
              <a:t>KEY POINTS:</a:t>
            </a:r>
          </a:p>
          <a:p>
            <a:r>
              <a:t>   * Action headlines are the single most impactful improvement you can make to any deck</a:t>
            </a:r>
          </a:p>
          <a:p>
            <a:r>
              <a:t>   * A descriptive headline labels the slide. An action headline tells the audience what to think.</a:t>
            </a:r>
          </a:p>
          <a:p>
            <a:r>
              <a:t>   * The 'headlines-only test': read just the headlines in sequence — they should tell a complete, persuasive story</a:t>
            </a:r>
          </a:p>
          <a:p>
            <a:r>
              <a:t>   * Claude is phenomenal at this transformation. Prompt: 'Rewrite these headlines to be action-oriented and tell a story when read in sequence.'</a:t>
            </a:r>
          </a:p>
          <a:p>
            <a:r>
              <a:t>   * McKinsey calls this the 'ghost deck' — the headlines alone form the executive summary</a:t>
            </a:r>
          </a:p>
          <a:p/>
          <a:p>
            <a:r>
              <a:t>ASK THE CLASS:</a:t>
            </a:r>
          </a:p>
          <a:p>
            <a:r>
              <a:t>   "Look at your last presentation. Do your headlines pass the headlines-only test?"</a:t>
            </a:r>
          </a:p>
          <a:p>
            <a:r>
              <a:t>   [PAUSE for 30-60 seconds]</a:t>
            </a:r>
          </a:p>
          <a:p/>
          <a:p>
            <a:r>
              <a:t>REAL-WORLD EXAMPLE:</a:t>
            </a:r>
          </a:p>
          <a:p>
            <a:r>
              <a:t>   'Market Analysis' tells me nothing. 'Three Competitors Launched Similar Products in Q3 — We Need to Differentiate Now' tells me everything. Same slide, completely different impact.</a:t>
            </a:r>
          </a:p>
          <a:p/>
          <a:p>
            <a:r>
              <a:t>TRANSITION:</a:t>
            </a:r>
          </a:p>
          <a:p>
            <a:r>
              <a:t>   Let's practice this with Claude. But first — a break.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a:t>
            </a:r>
          </a:p>
          <a:p/>
          <a:p>
            <a:r>
              <a:t>OPEN WITH:</a:t>
            </a:r>
          </a:p>
          <a:p>
            <a:r>
              <a:t>   Take 15. When we come back, we'll start translating actual data and analysis into slide content.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three. You've got the frameworks. Now let's apply them to the hardest part of presentation work: taking raw data and analysis and turning it into slides that executives will actually read.</a:t>
            </a:r>
          </a:p>
          <a:p/>
          <a:p>
            <a:r>
              <a:t>TRANSITION:</a:t>
            </a:r>
          </a:p>
          <a:p>
            <a:r>
              <a:t>   Let's start with the most common scenario.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Most people dump data onto slides and call it a presentation. But there are actually three distinct transformations happening, and confusing them is where decks go wrong.</a:t>
            </a:r>
          </a:p>
          <a:p/>
          <a:p>
            <a:r>
              <a:t>KEY POINTS:</a:t>
            </a:r>
          </a:p>
          <a:p>
            <a:r>
              <a:t>   * Transformation 1: Data → Insight. 'Revenue was $10M' is data. 'Revenue grew 23% — exceeding the market by 15 points' is an insight.</a:t>
            </a:r>
          </a:p>
          <a:p>
            <a:r>
              <a:t>   * Transformation 2: Insight → Message. 'Our growth strategy is working and we should double down' is a message.</a:t>
            </a:r>
          </a:p>
          <a:p>
            <a:r>
              <a:t>   * Transformation 3: Message → Slide. A clear headline, 3 supporting points, and a visual that reinforces the message.</a:t>
            </a:r>
          </a:p>
          <a:p>
            <a:r>
              <a:t>   * Claude can do all three transformations, but you get better results by being explicit about which step you're asking for</a:t>
            </a:r>
          </a:p>
          <a:p>
            <a:r>
              <a:t>   * Common mistake: asking Claude to 'make a slide about this data' — that skips the insight and message steps</a:t>
            </a:r>
          </a:p>
          <a:p/>
          <a:p>
            <a:r>
              <a:t>REAL-WORLD EXAMPLE:</a:t>
            </a:r>
          </a:p>
          <a:p>
            <a:r>
              <a:t>   Data: 'Customer acquisition cost increased from $45 to $67 in Q3.' Insight: 'CAC increased 49% while LTV remained flat — our unit economics are deteriorating.' Message: 'We need to fix acquisition efficiency before scaling further.' Each step adds strategic value.</a:t>
            </a:r>
          </a:p>
          <a:p/>
          <a:p>
            <a:r>
              <a:t>TRANSITION:</a:t>
            </a:r>
          </a:p>
          <a:p>
            <a:r>
              <a:t>   Let me show you the prompts for each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Three prompts. Three transformations. This method consistently produces better slides than a single 'make me a presentation' prompt.</a:t>
            </a:r>
          </a:p>
          <a:p/>
          <a:p>
            <a:r>
              <a:t>KEY POINTS:</a:t>
            </a:r>
          </a:p>
          <a:p>
            <a:r>
              <a:t>   * Prompt 1 leverages Claude's analytical strength — it's great at finding patterns and prioritizing</a:t>
            </a:r>
          </a:p>
          <a:p>
            <a:r>
              <a:t>   * Prompt 2 is where framing happens — the same insight can be framed as an opportunity or a threat depending on your audience</a:t>
            </a:r>
          </a:p>
          <a:p>
            <a:r>
              <a:t>   * Prompt 3 is pure execution — Claude structures the content for slide format</a:t>
            </a:r>
          </a:p>
          <a:p>
            <a:r>
              <a:t>   * You can do all three in a single Claude.ai conversation — each prompt builds on the previous output</a:t>
            </a:r>
          </a:p>
          <a:p>
            <a:r>
              <a:t>   * The audience parameter is critical: a board wants different framing than an ops team</a:t>
            </a:r>
          </a:p>
          <a:p/>
          <a:p>
            <a:r>
              <a:t>REAL-WORLD EXAMPLE:</a:t>
            </a:r>
          </a:p>
          <a:p>
            <a:r>
              <a:t>   I pasted a raw 2,000-word financial analysis into Claude. Prompt 1 gave me 5 key insights. Prompt 2 turned them into executive-ready messages. Prompt 3 gave me 8 slides with headlines, points, and takeaways. Total time: 12 minutes.</a:t>
            </a:r>
          </a:p>
          <a:p/>
          <a:p>
            <a:r>
              <a:t>TRANSITION:</a:t>
            </a:r>
          </a:p>
          <a:p>
            <a:r>
              <a:t>   Let's see this in action with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a:t>
            </a:r>
          </a:p>
          <a:p/>
          <a:p>
            <a:r>
              <a:t>OPEN WITH:</a:t>
            </a:r>
          </a:p>
          <a:p>
            <a:r>
              <a:t>   Let's do this live. I have a real quarterly analysis report — messy, detailed, full of numbers. We're going to turn it into an executive deck in front of you.</a:t>
            </a:r>
          </a:p>
          <a:p/>
          <a:p>
            <a:r>
              <a:t>KEY POINTS:</a:t>
            </a:r>
          </a:p>
          <a:p>
            <a:r>
              <a:t>   * Watch how Claude prioritizes differently when we specify 'for the board' vs. 'for the ops team'</a:t>
            </a:r>
          </a:p>
          <a:p>
            <a:r>
              <a:t>   * Notice the headline transformation from descriptive to action-oriented</a:t>
            </a:r>
          </a:p>
          <a:p>
            <a:r>
              <a:t>   * The artifact format makes it easy to iterate before committing to PowerPoint</a:t>
            </a:r>
          </a:p>
          <a:p>
            <a:r>
              <a:t>   * This workflow preserves your strategic thinking while eliminating the mechanical formatting work</a:t>
            </a:r>
          </a:p>
          <a:p/>
          <a:p>
            <a:r>
              <a:t>DEMO:</a:t>
            </a:r>
          </a:p>
          <a:p>
            <a:r>
              <a:t>   Have a sample quarterly report ready (2-3 pages of financial/operational data). Paste into Claude.ai. Walk through each of the three prompts live, showing the transformation at each stage. Highlight how Claude's output improves with specific audience and framework instructions. Transfer final content to PowerPoint and show the finished slides. Emphasize: the thinking took 10 minutes, the formatting took 5.</a:t>
            </a:r>
          </a:p>
          <a:p/>
          <a:p>
            <a:r>
              <a:t>TRANSITION:</a:t>
            </a:r>
          </a:p>
          <a:p>
            <a:r>
              <a:t>   Now let's talk about handling different types of content.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Different content types need different slide strategies. Don't treat a data slide the same as a recommendation slide.</a:t>
            </a:r>
          </a:p>
          <a:p/>
          <a:p>
            <a:r>
              <a:t>KEY POINTS:</a:t>
            </a:r>
          </a:p>
          <a:p>
            <a:r>
              <a:t>   * Quantitative slides: the headline IS the insight. 'Revenue grew 23%' not 'Revenue Data.' Claude can generate chart titles that tell the story.</a:t>
            </a:r>
          </a:p>
          <a:p>
            <a:r>
              <a:t>   * Strategic slides: one idea per slide is sacred. If you have two insights, make two slides. Claude helps you split and sharpen.</a:t>
            </a:r>
          </a:p>
          <a:p>
            <a:r>
              <a:t>   * Recommendation slides: executives want to know What you're proposing, Why it matters, How you'll do it, and When they'll see results.</a:t>
            </a:r>
          </a:p>
          <a:p>
            <a:r>
              <a:t>   * Ask Claude: 'For each recommendation, provide the what, why, how, and when in 4 bullet points maximum.'</a:t>
            </a:r>
          </a:p>
          <a:p/>
          <a:p>
            <a:r>
              <a:t>REAL-WORLD EXAMPLE:</a:t>
            </a:r>
          </a:p>
          <a:p>
            <a:r>
              <a:t>   A product manager had 15 features crammed onto one 'Roadmap' slide. Claude helped her restructure into 4 slides: one per strategic theme, each with 3-4 features and a clear 'why this matters' headline. The exec team actually read it.</a:t>
            </a:r>
          </a:p>
          <a:p/>
          <a:p>
            <a:r>
              <a:t>TRANSITION:</a:t>
            </a:r>
          </a:p>
          <a:p>
            <a:r>
              <a:t>   Let's talk about a specific technique for financial and analytical content.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the single most useful slide pattern for data-heavy presentations. Headline, proof, implication. If every slide in your deck follows this pattern, the deck practically presents itself.</a:t>
            </a:r>
          </a:p>
          <a:p/>
          <a:p>
            <a:r>
              <a:t>KEY POINTS:</a:t>
            </a:r>
          </a:p>
          <a:p>
            <a:r>
              <a:t>   * The headline does the heavy lifting — it's the main message the audience should take away</a:t>
            </a:r>
          </a:p>
          <a:p>
            <a:r>
              <a:t>   * Proof points are selective — choose the 2-3 most compelling data points, not all of them</a:t>
            </a:r>
          </a:p>
          <a:p>
            <a:r>
              <a:t>   * The implication is what turns information into action — 'Here's what this means for us'</a:t>
            </a:r>
          </a:p>
          <a:p>
            <a:r>
              <a:t>   * Claude can generate this structure for dozens of data points simultaneously — massive time savings</a:t>
            </a:r>
          </a:p>
          <a:p>
            <a:r>
              <a:t>   * This pattern works for every content type: financial, operational, strategic, competitive</a:t>
            </a:r>
          </a:p>
          <a:p/>
          <a:p>
            <a:r>
              <a:t>TRANSITION:</a:t>
            </a:r>
          </a:p>
          <a:p>
            <a:r>
              <a:t>   Let's look at how to handle the visual side of data slides.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Claude can't build charts for you yet, but it can do something arguably more valuable: it can write the narrative around your charts.</a:t>
            </a:r>
          </a:p>
          <a:p/>
          <a:p>
            <a:r>
              <a:t>KEY POINTS:</a:t>
            </a:r>
          </a:p>
          <a:p>
            <a:r>
              <a:t>   * Most chart slides fail because the chart has no narrative context — it's just a picture of data</a:t>
            </a:r>
          </a:p>
          <a:p>
            <a:r>
              <a:t>   * Claude generates the surrounding text: the 'so what' title, the key callouts, the takeaway</a:t>
            </a:r>
          </a:p>
          <a:p>
            <a:r>
              <a:t>   * Prompt: 'I have a bar chart showing quarterly revenue. Q3 was $10.2M, up 23% YoY. Write a chart title, 2 callout annotations, and a takeaway sentence.'</a:t>
            </a:r>
          </a:p>
          <a:p>
            <a:r>
              <a:t>   * This is where the PowerPoint sidebar shines — you can have Claude write the narrative while looking at the chart</a:t>
            </a:r>
          </a:p>
          <a:p>
            <a:r>
              <a:t>   * The human-AI split is clear: you build the visual, Claude writes the story</a:t>
            </a:r>
          </a:p>
          <a:p/>
          <a:p>
            <a:r>
              <a:t>TRANSITION:</a:t>
            </a:r>
          </a:p>
          <a:p>
            <a:r>
              <a:t>   Now let's move into the refinement phase — making good content great.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After working with hundreds of professionals using AI for presentations, these are the five mistakes I see constantly. They're why most people think AI presentation tools aren't useful, while power users are saving 3 to 4 hours per deck.</a:t>
            </a:r>
          </a:p>
          <a:p/>
          <a:p>
            <a:r>
              <a:t>KEY POINTS:</a:t>
            </a:r>
          </a:p>
          <a:p>
            <a:r>
              <a:t>   * Mistake one: vague prompts. 'Make a presentation about marketing' gets you generic slides that need 90 percent rewrite. Compare that to: 'Create a 10-slide B2B marketing strategy for SaaS companies selling to enterprises with 500-plus employees. Cover market analysis, buyer personas for CIO and CMO, content strategy, lead generation tactics, and measurement KPIs. Professional tone for executives expecting ROI justification.' Same tool, wildly different results.</a:t>
            </a:r>
          </a:p>
          <a:p>
            <a:r>
              <a:t>   * Mistake two: not reviewing output. AI is brilliant at structure and mediocre at facts. A real example — a banking client's AI-generated slide confidently stated 'European fintech funding increased 43 percent in Q3.' Impressive. Also completely fabricated. The actual number was 12 percent. If they'd presented that to investors, their credibility would have been destroyed. Watch for four specific patterns: inventing plausible-sounding statistics, generic recommendations that lack your business context, outdated information from training data lag, and overly optimistic phrasing that lacks nuance. A biotech client asked AI to explain their gene therapy mechanism — the structure was excellent, but the science was oversimplified to the point of inaccuracy. They kept the structure and replaced all the scientific content. That's the right approach.</a:t>
            </a:r>
          </a:p>
          <a:p>
            <a:r>
              <a:t>   * Mistake three: treating the first draft as final. The people who complain that AI creates generic content are the ones using first drafts. Power users iterate. One example: first draft said 'Improve productivity and save time.' After three iterations: 'Reduce proposal creation time from 4 hours to 45 minutes, letting enterprise sales teams handle 3X more opportunities without adding headcount.' That's the difference between forgettable and compelling.</a:t>
            </a:r>
          </a:p>
          <a:p>
            <a:r>
              <a:t>   * Mistake four: ignoring brand guidelines. AI creates generic professional designs by default. That's fine for internal meetings, unacceptable for client-facing work. Create a branded template once, then use it as your starting point every time.</a:t>
            </a:r>
          </a:p>
          <a:p>
            <a:r>
              <a:t>   * Mistake five: over-relying on AI. It accelerates creation but doesn't replace your strategic thinking, industry expertise, or understanding of the audience. AI is your assistant, not your strategist. It executes brilliantly. It doesn't strategize.</a:t>
            </a:r>
          </a:p>
          <a:p/>
          <a:p>
            <a:r>
              <a:t>TRANSITION:</a:t>
            </a:r>
          </a:p>
          <a:p>
            <a:r>
              <a:t>   Now that you know what NOT to do, let me show you the workflow that consistently produces great results.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the exact workflow that turns a 4-hour deck into a 25-minute deck. This isn't theoretical — it's tested on real client presentations.</a:t>
            </a:r>
          </a:p>
          <a:p/>
          <a:p>
            <a:r>
              <a:t>KEY POINTS:</a:t>
            </a:r>
          </a:p>
          <a:p>
            <a:r>
              <a:t>   * Step 1: Generate. One detailed prompt with audience, length, topics, tone, and context. Claude produces a complete deck structure in about 30 seconds. You're not starting from zero — you're starting from 60 to 70 percent complete.</a:t>
            </a:r>
          </a:p>
          <a:p>
            <a:r>
              <a:t>   * Step 2: Review. Go through each slide checking data accuracy, logical flow, missing context, and audience alignment. This takes about 5 minutes and is non-negotiable. Structure is usually solid. Data needs verification. Narrative often lacks your strategic insights.</a:t>
            </a:r>
          </a:p>
          <a:p>
            <a:r>
              <a:t>   * Step 3: Refine. This is where the magic happens. Use targeted prompts to upgrade the most important slides. 'Add a Q3 to Q4 comparison highlighting our 34 percent pipeline increase.' 'Transform this into a before-and-after visual.' 'Add specific recommendations with budget numbers.' Test multiple versions and pick the strongest.</a:t>
            </a:r>
          </a:p>
          <a:p>
            <a:r>
              <a:t>   * Step 4: Brand. Apply your corporate template, update logos, replace generic images, verify color consistency. With a pre-built template this takes about 5 minutes.</a:t>
            </a:r>
          </a:p>
          <a:p>
            <a:r>
              <a:t>   * Step 5: Speaker notes. Ask Claude to write talking points for each slide, including likely questions from your specific audience. Refine the most critical slides manually.</a:t>
            </a:r>
          </a:p>
          <a:p/>
          <a:p>
            <a:r>
              <a:t>REAL-WORLD EXAMPLE:</a:t>
            </a:r>
          </a:p>
          <a:p>
            <a:r>
              <a:t>   A marketing director used this exact workflow for a Q4 performance review. Previous method: 4 hours. With this workflow: 25 minutes. Because it took 25 minutes instead of 4 hours, she had time to actually rehearse and anticipate questions. The presentation went flawlessly.</a:t>
            </a:r>
          </a:p>
          <a:p/>
          <a:p>
            <a:r>
              <a:t>TRANSITION:</a:t>
            </a:r>
          </a:p>
          <a:p>
            <a:r>
              <a:t>   Now let's talk about refining your messaging — the step that separates good decks from great ones.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one of the highest-value techniques: don't rebuild presentations for different audiences. Adapt them.</a:t>
            </a:r>
          </a:p>
          <a:p/>
          <a:p>
            <a:r>
              <a:t>KEY POINTS:</a:t>
            </a:r>
          </a:p>
          <a:p>
            <a:r>
              <a:t>   * Most professionals recreate decks from scratch when the audience changes. That's 2 to 3 hours of work that Claude can do in 5 to 10 minutes.</a:t>
            </a:r>
          </a:p>
          <a:p>
            <a:r>
              <a:t>   * The key prompt pattern is: 'Convert this [source format] into [target format] for [specific audience] who care about [their priorities].' Be specific about what the new audience values.</a:t>
            </a:r>
          </a:p>
          <a:p>
            <a:r>
              <a:t>   * Important distinction: 'simplify' doesn't mean 'dumb down.' It means removing jargon while maintaining strategic value. Tell Claude exactly what to preserve and what to cut.</a:t>
            </a:r>
          </a:p>
          <a:p>
            <a:r>
              <a:t>   * A biotech client had a 47-slide technical regulatory submission. They needed an investor version. Claude created a 12-slide exec-friendly version that preserved the science while eliminating the jargon. Time: 6 minutes.</a:t>
            </a:r>
          </a:p>
          <a:p/>
          <a:p>
            <a:r>
              <a:t>ASK THE CLASS:</a:t>
            </a:r>
          </a:p>
          <a:p>
            <a:r>
              <a:t>   "How many times in the last month have you recreated a presentation for a different audience? What if each adaptation took 5 minutes instead of 2 hours?"</a:t>
            </a:r>
          </a:p>
          <a:p>
            <a:r>
              <a:t>   [PAUSE for 30-60 seconds]</a:t>
            </a:r>
          </a:p>
          <a:p/>
          <a:p>
            <a:r>
              <a:t>TRANSITION:</a:t>
            </a:r>
          </a:p>
          <a:p>
            <a:r>
              <a:t>   Let's practice these techniques in the lab.</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four. You've got content on slides. Now we make it sharp, clear, and perfectly tuned for your audience. This is where good decks become great decks.</a:t>
            </a:r>
          </a:p>
          <a:p/>
          <a:p>
            <a:r>
              <a:t>TRANSITION:</a:t>
            </a:r>
          </a:p>
          <a:p>
            <a:r>
              <a:t>   Let's start with the biggest lever: audience-specific framing.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The same content needs to be framed completely differently depending on who's in the room. Claude can do this reframing instantly — but you need to tell it who the audience is.</a:t>
            </a:r>
          </a:p>
          <a:p/>
          <a:p>
            <a:r>
              <a:t>KEY POINTS:</a:t>
            </a:r>
          </a:p>
          <a:p>
            <a:r>
              <a:t>   * C-Suite cares about: Will this make us money? Will this lose us money? What decision do you need from me?</a:t>
            </a:r>
          </a:p>
          <a:p>
            <a:r>
              <a:t>   * VPs care about: How does this affect my team? What resources do I need? What's the timeline?</a:t>
            </a:r>
          </a:p>
          <a:p>
            <a:r>
              <a:t>   * ICs care about: What changes for me day-to-day? Why are we doing this? What's the technical detail?</a:t>
            </a:r>
          </a:p>
          <a:p>
            <a:r>
              <a:t>   * Claude prompt for reframing: 'Rewrite this slide for a [C-Suite] audience. Focus on strategic impact and financial implications. Remove operational detail.'</a:t>
            </a:r>
          </a:p>
          <a:p>
            <a:r>
              <a:t>   * You can have Claude generate three versions of the same deck for different audiences in minutes</a:t>
            </a:r>
          </a:p>
          <a:p/>
          <a:p>
            <a:r>
              <a:t>ASK THE CLASS:</a:t>
            </a:r>
          </a:p>
          <a:p>
            <a:r>
              <a:t>   "Have you ever presented the same deck to a board and an engineering team? How did that go?"</a:t>
            </a:r>
          </a:p>
          <a:p>
            <a:r>
              <a:t>   [PAUSE for 30-60 seconds]</a:t>
            </a:r>
          </a:p>
          <a:p/>
          <a:p>
            <a:r>
              <a:t>REAL-WORLD EXAMPLE:</a:t>
            </a:r>
          </a:p>
          <a:p>
            <a:r>
              <a:t>   A director presented a cloud migration plan to the CTO (technical detail, risk mitigation) and then to the CFO (cost savings, ROI timeline) — same project, completely different decks. Claude generated both versions from the same source material.</a:t>
            </a:r>
          </a:p>
          <a:p/>
          <a:p>
            <a:r>
              <a:t>TRANSITION:</a:t>
            </a:r>
          </a:p>
          <a:p>
            <a:r>
              <a:t>   Let's talk about tone and clarity refinement.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Great executive communication is about what you remove, not what you add. Let's talk about the techniques that make slides crisp and clear.</a:t>
            </a:r>
          </a:p>
          <a:p/>
          <a:p>
            <a:r>
              <a:t>KEY POINTS:</a:t>
            </a:r>
          </a:p>
          <a:p>
            <a:r>
              <a:t>   * The 6-word test is brutal but effective — force every bullet to its essence</a:t>
            </a:r>
          </a:p>
          <a:p>
            <a:r>
              <a:t>   * Hedge words signal uncertainty. In executive presentations, uncertainty should be explicit and quantified, not hedged.</a:t>
            </a:r>
          </a:p>
          <a:p>
            <a:r>
              <a:t>   * Active voice makes slides 30% shorter and 100% more direct</a:t>
            </a:r>
          </a:p>
          <a:p>
            <a:r>
              <a:t>   * The 'one number per slide' rule is counterintuitive but powerful — it focuses attention</a:t>
            </a:r>
          </a:p>
          <a:p>
            <a:r>
              <a:t>   * Claude is exceptional at this kind of editing. It can take verbose, hedging prose and make it punchy and direct.</a:t>
            </a:r>
          </a:p>
          <a:p/>
          <a:p>
            <a:r>
              <a:t>REAL-WORLD EXAMPLE:</a:t>
            </a:r>
          </a:p>
          <a:p>
            <a:r>
              <a:t>   Before: 'It appears that customer satisfaction metrics have shown somewhat of an improvement over the past quarter, potentially as a result of the new onboarding experience.' After: 'NPS jumped 12 points after the new onboarding launch.' Same information, 80% fewer words.</a:t>
            </a:r>
          </a:p>
          <a:p/>
          <a:p>
            <a:r>
              <a:t>TRANSITION:</a:t>
            </a:r>
          </a:p>
          <a:p>
            <a:r>
              <a:t>   Let's look at strategic tone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Tone is the invisible hand of executive communication. The same content can inspire or alarm depending on tone. Claude gives you a tone dial you can adjust instantly.</a:t>
            </a:r>
          </a:p>
          <a:p/>
          <a:p>
            <a:r>
              <a:t>KEY POINTS:</a:t>
            </a:r>
          </a:p>
          <a:p>
            <a:r>
              <a:t>   * Every presentation has a tone that should match the context — growth presentations are confident, crisis presentations are measured</a:t>
            </a:r>
          </a:p>
          <a:p>
            <a:r>
              <a:t>   * Claude can shift tone across an entire deck with a single prompt — incredibly powerful</a:t>
            </a:r>
          </a:p>
          <a:p>
            <a:r>
              <a:t>   * The most common mistake is inconsistent tone — mixing urgency with casualness</a:t>
            </a:r>
          </a:p>
          <a:p>
            <a:r>
              <a:t>   * Prompt pattern: 'Review this entire deck for tone consistency. Flag any slides that don't match a [confident, forward-looking] tone.'</a:t>
            </a:r>
          </a:p>
          <a:p>
            <a:r>
              <a:t>   * This is where the PowerPoint sidebar excels — select a slide, ask for a tone adjustment, see it immediately</a:t>
            </a:r>
          </a:p>
          <a:p/>
          <a:p>
            <a:r>
              <a:t>TRANSITION:</a:t>
            </a:r>
          </a:p>
          <a:p>
            <a:r>
              <a:t>   Let me show you one more demo — live refinement of a draft deck.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OPEN WITH:</a:t>
            </a:r>
          </a:p>
          <a:p>
            <a:r>
              <a:t>   This is where Claude really shines. I'm going to take a rough, wordy, hedge-filled draft deck and turn it into a crisp executive presentation in about five minutes.</a:t>
            </a:r>
          </a:p>
          <a:p/>
          <a:p>
            <a:r>
              <a:t>KEY POINTS:</a:t>
            </a:r>
          </a:p>
          <a:p>
            <a:r>
              <a:t>   * Watch the headlines transform from labels to stories</a:t>
            </a:r>
          </a:p>
          <a:p>
            <a:r>
              <a:t>   * Count the words removed — usually 40-60% of text is eliminated</a:t>
            </a:r>
          </a:p>
          <a:p>
            <a:r>
              <a:t>   * Tone consistency check catches slides that feel 'off' — Claude explains why</a:t>
            </a:r>
          </a:p>
          <a:p>
            <a:r>
              <a:t>   * Speaker notes generation is the cherry on top — instant presentation prep</a:t>
            </a:r>
          </a:p>
          <a:p/>
          <a:p>
            <a:r>
              <a:t>REAL-WORLD EXAMPLE:</a:t>
            </a:r>
          </a:p>
          <a:p>
            <a:r>
              <a:t>   A VP of Sales took her 25-slide quarterly review through this exact refinement process. Her CEO said it was 'the best QBR deck I've seen in three years.' The content was the same — the packaging was completely different.</a:t>
            </a:r>
          </a:p>
          <a:p/>
          <a:p>
            <a:r>
              <a:t>DEMO:</a:t>
            </a:r>
          </a:p>
          <a:p>
            <a:r>
              <a:t>   Prepare a deliberately rough 8-10 slide deck with common problems: descriptive headlines, verbose bullets, hedge words, inconsistent tone. Open in PowerPoint with the Claude sidebar. Walk through each refinement step, showing the before and after for each slide. Highlight the speed — this kind of editing typically takes 2-3 hours manually. Emphasize that Claude preserves the strategic content while improving the packaging.</a:t>
            </a:r>
          </a:p>
          <a:p/>
          <a:p>
            <a:r>
              <a:t>TRANSITION:</a:t>
            </a:r>
          </a:p>
          <a:p>
            <a:r>
              <a:t>   One more section, and it's the best one — you're going to build a deck yourself.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a:t>
            </a:r>
          </a:p>
          <a:p/>
          <a:p>
            <a:r>
              <a:t>OPEN WITH:</a:t>
            </a:r>
          </a:p>
          <a:p>
            <a:r>
              <a:t>   Take 15. When you come back, you'll be building a complete executive deck from scratch. Think about a real presentation you need to create — you're going to start it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five. This is where it all comes together. For the next 55 minutes, you're going to build a complete executive deck using everything we've covered today.</a:t>
            </a:r>
          </a:p>
          <a:p/>
          <a:p>
            <a:r>
              <a:t>TRANSITION:</a:t>
            </a:r>
          </a:p>
          <a:p>
            <a:r>
              <a:t>   Here's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55 min</a:t>
            </a:r>
          </a:p>
          <a:p/>
          <a:p>
            <a:r>
              <a:t>OPEN WITH:</a:t>
            </a:r>
          </a:p>
          <a:p>
            <a:r>
              <a:t>   This is the real test. You're building a complete deck from scratch, using every framework and technique we've covered. If you have a real presentation coming up, use that — you'll leave with actual work done.</a:t>
            </a:r>
          </a:p>
          <a:p/>
          <a:p>
            <a:r>
              <a:t>KEY POINTS:</a:t>
            </a:r>
          </a:p>
          <a:p>
            <a:r>
              <a:t>   * Option C is strongly encouraged — you'll leave with work product you actually need</a:t>
            </a:r>
          </a:p>
          <a:p>
            <a:r>
              <a:t>   * Start with structure (SCQA or Pyramid), not with opening PowerPoint</a:t>
            </a:r>
          </a:p>
          <a:p>
            <a:r>
              <a:t>   * The three-prompt method is your secret weapon — don't try to do it in one prompt</a:t>
            </a:r>
          </a:p>
          <a:p>
            <a:r>
              <a:t>   * If you get stuck, start with the headline: what is the ONE thing this slide needs to say?</a:t>
            </a:r>
          </a:p>
          <a:p>
            <a:r>
              <a:t>   * Speaker notes are not optional — they're what make the deck presentable by anyone on your team</a:t>
            </a:r>
          </a:p>
          <a:p/>
          <a:p>
            <a:r>
              <a:t>ASK THE CLASS:</a:t>
            </a:r>
          </a:p>
          <a:p>
            <a:r>
              <a:t>   "Before you start: what is the single most important message your deck needs to deliver? Write it in one sentence."</a:t>
            </a:r>
          </a:p>
          <a:p>
            <a:r>
              <a:t>   [PAUSE for 30-60 seconds]</a:t>
            </a:r>
          </a:p>
          <a:p/>
          <a:p>
            <a:r>
              <a:t>REAL-WORLD EXAMPLE:</a:t>
            </a:r>
          </a:p>
          <a:p>
            <a:r>
              <a:t>   In our last session, a participant used Option C and built an actual board presentation she was dreading. She said it would have taken her 6-8 hours. She finished a polished draft in 55 minutes.</a:t>
            </a:r>
          </a:p>
          <a:p/>
          <a:p>
            <a:r>
              <a:t>DEMO:</a:t>
            </a:r>
          </a:p>
          <a:p>
            <a:r>
              <a:t>   Circulate the room during the lab. Help participants choose their scenario. Encourage them to use the three-prompt method and not skip the insight extraction step. Check that headlines are action-oriented. At the 30-minute mark, do a quick checkpoint — ask a few people to share their headlines-only story. At the 45-minute mark, remind them to do the refinement pass.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Keep this slide up as reference during the lab. These are the five prompts you'll use most.</a:t>
            </a:r>
          </a:p>
          <a:p/>
          <a:p>
            <a:r>
              <a:t>KEY POINTS:</a:t>
            </a:r>
          </a:p>
          <a:p>
            <a:r>
              <a:t>   * These templates are starting points — customize them with your specific audience, context, and framework</a:t>
            </a:r>
          </a:p>
          <a:p>
            <a:r>
              <a:t>   * You can copy these prompts directly into Claude.ai or the PowerPoint sidebar</a:t>
            </a:r>
          </a:p>
          <a:p>
            <a:r>
              <a:t>   * Start at the top and work down — structure before content, content before refinement</a:t>
            </a:r>
          </a:p>
          <a:p/>
          <a:p>
            <a:r>
              <a:t>TRANSITION:</a:t>
            </a:r>
          </a:p>
          <a:p>
            <a:r>
              <a:t>   Let's get started. I'll be walking around to help.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Everyone focuses on the time savings. '3 hours saved per deck!' But that's not actually the real value.</a:t>
            </a:r>
          </a:p>
          <a:p/>
          <a:p>
            <a:r>
              <a:t>KEY POINTS:</a:t>
            </a:r>
          </a:p>
          <a:p>
            <a:r>
              <a:t>   * The numbers are impressive on their own. A 4-hour deck becomes 30 minutes. If you create 2 presentations a week, that's over 300 hours per year — worth $45,000 or more at professional billing rates.</a:t>
            </a:r>
          </a:p>
          <a:p>
            <a:r>
              <a:t>   * But the hidden value is what changes your behavior. When you know you can generate a decent first draft in 2 minutes, you're more willing to iterate. You try different structures. You test alternative narratives. You experiment with different openings. Before AI, restructuring a deck was a 2-hour commitment. Now it's 5 minutes.</a:t>
            </a:r>
          </a:p>
          <a:p>
            <a:r>
              <a:t>   * A sales director described it perfectly: 'Before, I'd create one version of a pitch and stick with it because reworking felt like starting over. Now I create 3 to 4 variations and pick the strongest. My close rate went up 28 percent.' That's not just time savings. That's strategic advantage.</a:t>
            </a:r>
          </a:p>
          <a:p>
            <a:r>
              <a:t>   * And the quality improvement from having time to actually rehearse — that's where presentations go from good to career-defining.</a:t>
            </a:r>
          </a:p>
          <a:p/>
          <a:p>
            <a:r>
              <a:t>TRANSITION:</a:t>
            </a:r>
          </a:p>
          <a:p>
            <a:r>
              <a:t>   Let's recap what you've learned and your action plan going forward.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Let's bring it all together. You've learned frameworks, practiced workflows, and built a real deck. Here are the key takeaways.</a:t>
            </a:r>
          </a:p>
          <a:p/>
          <a:p>
            <a:r>
              <a:t>TRANSITION:</a:t>
            </a:r>
          </a:p>
          <a:p>
            <a:r>
              <a:t>   The executive communication toolkit.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Seven tools in your new toolkit. Each one individually makes your decks better. Combined, they transform your executive communication.</a:t>
            </a:r>
          </a:p>
          <a:p/>
          <a:p>
            <a:r>
              <a:t>KEY POINTS:</a:t>
            </a:r>
          </a:p>
          <a:p>
            <a:r>
              <a:t>   * The Pyramid Principle alone will make your decks 50% more effective</a:t>
            </a:r>
          </a:p>
          <a:p>
            <a:r>
              <a:t>   * Action headlines are the fastest win — you can start using them today</a:t>
            </a:r>
          </a:p>
          <a:p>
            <a:r>
              <a:t>   * The three-prompt method prevents the most common mistake: asking Claude to do too much at once</a:t>
            </a:r>
          </a:p>
          <a:p>
            <a:r>
              <a:t>   * Audience framing is the advanced move — same content, three different decks, each tailored perfectly</a:t>
            </a:r>
          </a:p>
          <a:p>
            <a:r>
              <a:t>   * Claude makes all of this 3-5x faster than doing it manually — but the frameworks are what make it good</a:t>
            </a:r>
          </a:p>
          <a:p/>
          <a:p>
            <a:r>
              <a:t>ASK THE CLASS:</a:t>
            </a:r>
          </a:p>
          <a:p>
            <a:r>
              <a:t>   "Which of these seven techniques will you use first in your next presentation?"</a:t>
            </a:r>
          </a:p>
          <a:p>
            <a:r>
              <a:t>   [PAUSE for 30-60 seconds]</a:t>
            </a:r>
          </a:p>
          <a:p/>
          <a:p>
            <a:r>
              <a:t>TRANSITION:</a:t>
            </a:r>
          </a:p>
          <a:p>
            <a:r>
              <a:t>   Let's look at what to do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Knowledge without action is just entertainment. Here's your implementation plan.</a:t>
            </a:r>
          </a:p>
          <a:p/>
          <a:p>
            <a:r>
              <a:t>KEY POINTS:</a:t>
            </a:r>
          </a:p>
          <a:p>
            <a:r>
              <a:t>   * This week is about the quick win — action headlines transform any deck immediately</a:t>
            </a:r>
          </a:p>
          <a:p>
            <a:r>
              <a:t>   * This month is about building the muscle — the three-prompt method becomes second nature after 3-4 decks</a:t>
            </a:r>
          </a:p>
          <a:p>
            <a:r>
              <a:t>   * This quarter is about team impact — when the whole team uses these frameworks, communication quality across the org improves dramatically</a:t>
            </a:r>
          </a:p>
          <a:p>
            <a:r>
              <a:t>   * Save your best Claude prompts in a team document — they become organizational assets</a:t>
            </a:r>
          </a:p>
          <a:p>
            <a:r>
              <a:t>   * The PowerPoint sidebar will continue improving — as it does, your workflow gets even faster</a:t>
            </a:r>
          </a:p>
          <a:p/>
          <a:p>
            <a:r>
              <a:t>REAL-WORLD EXAMPLE:</a:t>
            </a:r>
          </a:p>
          <a:p>
            <a:r>
              <a:t>   A marketing team we trained created a shared 'Claude Prompt Library' in Notion. Within a month, their average deck creation time dropped from 8 hours to 2 hours. The CMO noticed the quality improvement before anyone told her about the AI tools.</a:t>
            </a:r>
          </a:p>
          <a:p/>
          <a:p>
            <a:r>
              <a:t>TRANSITION:</a:t>
            </a:r>
          </a:p>
          <a:p>
            <a:r>
              <a:t>   One final thought.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I want to leave you with this. The tools are powerful. The frameworks are proven. But the reason your presentations will improve isn't because of Claude or PowerPoint. It's because you now have a structured way to think about executive communication. Claude just makes that thinking visible faster.</a:t>
            </a:r>
          </a:p>
          <a:p/>
          <a:p>
            <a:r>
              <a:t>KEY POINTS:</a:t>
            </a:r>
          </a:p>
          <a:p>
            <a:r>
              <a:t>   * The frameworks we learned today pre-date AI by decades — they work because they're about human communication</a:t>
            </a:r>
          </a:p>
          <a:p>
            <a:r>
              <a:t>   * Claude removes the friction between having a good idea and expressing it clearly</a:t>
            </a:r>
          </a:p>
          <a:p>
            <a:r>
              <a:t>   * Your competitive advantage isn't the tool — it's knowing how to think about communication strategically</a:t>
            </a:r>
          </a:p>
          <a:p>
            <a:r>
              <a:t>   * The best presenters aren't the ones with the prettiest slides — they're the ones with the clearest thinking</a:t>
            </a:r>
          </a:p>
          <a:p>
            <a:r>
              <a:t>   * One more thing to remember: AI doesn't replace expertise. It multiplies it. If you're mediocre at presentations, AI makes you mediocre faster. If you're skilled at presentations, AI gives you superpowers. The people who invest 2 to 3 hours learning these techniques save 3 to 4 hours per deck for the rest of their careers. That's not a trade-off — that's leverage.</a:t>
            </a:r>
          </a:p>
          <a:p/>
          <a:p>
            <a:r>
              <a:t>TRANSITION:</a:t>
            </a:r>
          </a:p>
          <a:p>
            <a:r>
              <a:t>   Thank you for four hours of focused work. Go build decks that change decisions.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That's a wrap on Session 3. You now have the frameworks, the tools, and the hands-on experience to build executive presentations in a fraction of the time. See you in Session 4.</a:t>
            </a:r>
          </a:p>
          <a:p/>
          <a:p>
            <a:r>
              <a:t>KEY POINTS:</a:t>
            </a:r>
          </a:p>
          <a:p>
            <a:r>
              <a:t>   * Session 4 will cover advanced Claude workflows — multi-step analysis, team collaboration, and enterprise deployment</a:t>
            </a:r>
          </a:p>
          <a:p>
            <a:r>
              <a:t>   * Take your lab deck and finish it this week — real practice cements the learning</a:t>
            </a:r>
          </a:p>
          <a:p>
            <a:r>
              <a:t>   * Questions? I'm available after the session for one-on-one help.</a:t>
            </a:r>
          </a:p>
          <a:p>
            <a:r>
              <a:t>   * One more thing to remember: AI doesn't replace expertise. It multiplies it. If you're mediocre at presentations, AI makes you mediocre faster. If you're skilled at presentations, AI gives you superpowers. The people who invest 2 to 3 hours learning these techniques save 3 to 4 hours per deck for the rest of their careers. That's not a trade-off — that's leverage.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E86B4A"/>
                </a:solidFill>
              </a:defRPr>
            </a:pPr>
            <a:r>
              <a:t>Claude + PowerPoint</a:t>
            </a:r>
          </a:p>
        </p:txBody>
      </p:sp>
      <p:sp>
        <p:nvSpPr>
          <p:cNvPr id="3" name="Rectangle 2"/>
          <p:cNvSpPr/>
          <p:nvPr/>
        </p:nvSpPr>
        <p:spPr>
          <a:xfrm>
            <a:off x="0" y="4754880"/>
            <a:ext cx="12191695" cy="36576"/>
          </a:xfrm>
          <a:prstGeom prst="rect">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Session 3 Agenda</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First Half  (9:00 AM – 11:00 AM)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Integration &amp; Workflow Overview</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t>Executive Story Development</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40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15" name="Rounded Rectangle 14"/>
          <p:cNvSpPr/>
          <p:nvPr/>
        </p:nvSpPr>
        <p:spPr>
          <a:xfrm>
            <a:off x="4815687"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17" name="TextBox 16"/>
          <p:cNvSpPr txBox="1"/>
          <p:nvPr/>
        </p:nvSpPr>
        <p:spPr>
          <a:xfrm>
            <a:off x="594360" y="3977640"/>
            <a:ext cx="4221327" cy="502920"/>
          </a:xfrm>
          <a:prstGeom prst="rect">
            <a:avLst/>
          </a:prstGeom>
          <a:noFill/>
        </p:spPr>
        <p:txBody>
          <a:bodyPr wrap="square" anchor="ctr">
            <a:spAutoFit/>
          </a:bodyPr>
          <a:lstStyle/>
          <a:p>
            <a:pPr>
              <a:defRPr sz="1600">
                <a:solidFill>
                  <a:srgbClr val="FFFFFF"/>
                </a:solidFill>
              </a:defRPr>
            </a:pPr>
            <a:r>
              <a:t>Data-to-Slide Translation</a:t>
            </a:r>
          </a:p>
        </p:txBody>
      </p:sp>
      <p:sp>
        <p:nvSpPr>
          <p:cNvPr id="18" name="Rounded Rectangle 17"/>
          <p:cNvSpPr/>
          <p:nvPr/>
        </p:nvSpPr>
        <p:spPr>
          <a:xfrm>
            <a:off x="4815687"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5687" y="4069080"/>
            <a:ext cx="914400" cy="320040"/>
          </a:xfrm>
          <a:prstGeom prst="rect">
            <a:avLst/>
          </a:prstGeom>
          <a:noFill/>
        </p:spPr>
        <p:txBody>
          <a:bodyPr wrap="none" anchor="ctr">
            <a:spAutoFit/>
          </a:bodyPr>
          <a:lstStyle/>
          <a:p>
            <a:pPr algn="ctr">
              <a:defRPr sz="1300" b="1">
                <a:solidFill>
                  <a:srgbClr val="00D4AA"/>
                </a:solidFill>
              </a:defRPr>
            </a:pPr>
            <a:r>
              <a:t>35 min</a:t>
            </a:r>
          </a:p>
        </p:txBody>
      </p:sp>
      <p:sp>
        <p:nvSpPr>
          <p:cNvPr id="20" name="Rounded Rectangle 19"/>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Second Half  (11:00 AM – 1:00 PM)</a:t>
            </a:r>
          </a:p>
        </p:txBody>
      </p:sp>
      <p:sp>
        <p:nvSpPr>
          <p:cNvPr id="22" name="Rectangle 21"/>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1607" y="2468880"/>
            <a:ext cx="4221327" cy="502920"/>
          </a:xfrm>
          <a:prstGeom prst="rect">
            <a:avLst/>
          </a:prstGeom>
          <a:noFill/>
        </p:spPr>
        <p:txBody>
          <a:bodyPr wrap="square" anchor="ctr">
            <a:spAutoFit/>
          </a:bodyPr>
          <a:lstStyle/>
          <a:p>
            <a:pPr>
              <a:defRPr sz="1600">
                <a:solidFill>
                  <a:srgbClr val="FFFFFF"/>
                </a:solidFill>
              </a:defRPr>
            </a:pPr>
            <a:r>
              <a:t>Refinement &amp; Messaging</a:t>
            </a:r>
          </a:p>
        </p:txBody>
      </p:sp>
      <p:sp>
        <p:nvSpPr>
          <p:cNvPr id="24" name="Rounded Rectangle 23"/>
          <p:cNvSpPr/>
          <p:nvPr/>
        </p:nvSpPr>
        <p:spPr>
          <a:xfrm>
            <a:off x="10682935"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35 min</a:t>
            </a:r>
          </a:p>
        </p:txBody>
      </p:sp>
      <p:sp>
        <p:nvSpPr>
          <p:cNvPr id="26" name="TextBox 25"/>
          <p:cNvSpPr txBox="1"/>
          <p:nvPr/>
        </p:nvSpPr>
        <p:spPr>
          <a:xfrm>
            <a:off x="6461607" y="297180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27" name="Rounded Rectangle 26"/>
          <p:cNvSpPr/>
          <p:nvPr/>
        </p:nvSpPr>
        <p:spPr>
          <a:xfrm>
            <a:off x="10682935" y="306324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82935" y="306324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29" name="Rectangle 28"/>
          <p:cNvSpPr/>
          <p:nvPr/>
        </p:nvSpPr>
        <p:spPr>
          <a:xfrm>
            <a:off x="6324447"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3474720"/>
            <a:ext cx="4221327" cy="502920"/>
          </a:xfrm>
          <a:prstGeom prst="rect">
            <a:avLst/>
          </a:prstGeom>
          <a:noFill/>
        </p:spPr>
        <p:txBody>
          <a:bodyPr wrap="square" anchor="ctr">
            <a:spAutoFit/>
          </a:bodyPr>
          <a:lstStyle/>
          <a:p>
            <a:pPr>
              <a:defRPr sz="1600">
                <a:solidFill>
                  <a:srgbClr val="FFFFFF"/>
                </a:solidFill>
              </a:defRPr>
            </a:pPr>
            <a:r>
              <a:t>Applied Deck Lab</a:t>
            </a:r>
          </a:p>
        </p:txBody>
      </p:sp>
      <p:sp>
        <p:nvSpPr>
          <p:cNvPr id="31" name="Rounded Rectangle 30"/>
          <p:cNvSpPr/>
          <p:nvPr/>
        </p:nvSpPr>
        <p:spPr>
          <a:xfrm>
            <a:off x="10682935" y="35661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82935" y="3566160"/>
            <a:ext cx="914400" cy="320040"/>
          </a:xfrm>
          <a:prstGeom prst="rect">
            <a:avLst/>
          </a:prstGeom>
          <a:noFill/>
        </p:spPr>
        <p:txBody>
          <a:bodyPr wrap="none" anchor="ctr">
            <a:spAutoFit/>
          </a:bodyPr>
          <a:lstStyle/>
          <a:p>
            <a:pPr algn="ctr">
              <a:defRPr sz="1300" b="1">
                <a:solidFill>
                  <a:srgbClr val="00D4AA"/>
                </a:solidFill>
              </a:defRPr>
            </a:pPr>
            <a:r>
              <a:t>55 min</a:t>
            </a:r>
          </a:p>
        </p:txBody>
      </p:sp>
      <p:sp>
        <p:nvSpPr>
          <p:cNvPr id="33" name="TextBox 32"/>
          <p:cNvSpPr txBox="1"/>
          <p:nvPr/>
        </p:nvSpPr>
        <p:spPr>
          <a:xfrm>
            <a:off x="6461607" y="3977640"/>
            <a:ext cx="4221327" cy="502920"/>
          </a:xfrm>
          <a:prstGeom prst="rect">
            <a:avLst/>
          </a:prstGeom>
          <a:noFill/>
        </p:spPr>
        <p:txBody>
          <a:bodyPr wrap="square" anchor="ctr">
            <a:spAutoFit/>
          </a:bodyPr>
          <a:lstStyle/>
          <a:p>
            <a:pPr>
              <a:defRPr sz="1600">
                <a:solidFill>
                  <a:srgbClr val="FFFFFF"/>
                </a:solidFill>
              </a:defRPr>
            </a:pPr>
            <a:r>
              <a:t>Review &amp; Wrap-up</a:t>
            </a:r>
          </a:p>
        </p:txBody>
      </p:sp>
      <p:sp>
        <p:nvSpPr>
          <p:cNvPr id="34" name="Rounded Rectangle 33"/>
          <p:cNvSpPr/>
          <p:nvPr/>
        </p:nvSpPr>
        <p:spPr>
          <a:xfrm>
            <a:off x="10682935"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82935" y="4069080"/>
            <a:ext cx="914400" cy="320040"/>
          </a:xfrm>
          <a:prstGeom prst="rect">
            <a:avLst/>
          </a:prstGeom>
          <a:noFill/>
        </p:spPr>
        <p:txBody>
          <a:bodyPr wrap="none" anchor="ctr">
            <a:spAutoFit/>
          </a:bodyPr>
          <a:lstStyle/>
          <a:p>
            <a:pPr algn="ctr">
              <a:defRPr sz="1300" b="1">
                <a:solidFill>
                  <a:srgbClr val="00D4AA"/>
                </a:solidFill>
              </a:defRPr>
            </a:pPr>
            <a:r>
              <a:t>15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Learning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Integration &amp; Workflow Overview</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Claude in PowerPoint — What It Is and How It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Three Workflows for AI-Powered Presentations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Claude in PowerPoint: The Sidebar</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You Can Do</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Current Limitations (Research Preview)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Claude PowerPoint Sidebar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Claude.ai Artifacts for Slide Content</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The Perfect Slide-Content Prompt</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TEXT</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I'm building a [15-slide executive presentation] for [audience].</a:t>
            </a:r>
            <a:br/>
            <a:br/>
            <a:r>
              <a:t>Context: [situation and key data points]</a:t>
            </a:r>
            <a:br/>
            <a:r>
              <a:t>Goal: [what decision or action I need from this audience]</a:t>
            </a:r>
            <a:br/>
            <a:r>
              <a:t>Tone: [formal/conversational/urgent]</a:t>
            </a:r>
            <a:br/>
            <a:br/>
            <a:r>
              <a:t>For each slide, provide:</a:t>
            </a:r>
            <a:br/>
            <a:r>
              <a:t>- A compelling headline (action-oriented, not descriptive)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Executive Story Development</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Frameworks for Structuring Persuasive Narratives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#1 Mistake in Executive Presentations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You build up to the conclusion. Executives want the conclusion 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The Pyramid Principle</a:t>
            </a:r>
          </a:p>
        </p:txBody>
      </p:sp>
      <p:sp>
        <p:nvSpPr>
          <p:cNvPr id="3" name="Rounded Rectangle 2"/>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Right Arrow 5"/>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0" name="Right Arrow 9"/>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4" name="Right Arrow 13"/>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18" name="TextBox 17"/>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19" name="TextBox 18"/>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Answer First</a:t>
            </a:r>
          </a:p>
        </p:txBody>
      </p:sp>
      <p:sp>
        <p:nvSpPr>
          <p:cNvPr id="20" name="TextBox 19"/>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21" name="TextBox 20"/>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Supporting Arguments</a:t>
            </a:r>
          </a:p>
        </p:txBody>
      </p:sp>
      <p:sp>
        <p:nvSpPr>
          <p:cNvPr id="22" name="TextBox 21"/>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23" name="TextBox 22"/>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Evidence</a:t>
            </a:r>
          </a:p>
        </p:txBody>
      </p:sp>
      <p:sp>
        <p:nvSpPr>
          <p:cNvPr id="24" name="TextBox 23"/>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25" name="TextBox 24"/>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Implications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SCQA Framework</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S</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C</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Q→A</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Situation-Complication-Resolution (SCR)</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When to Use SCR</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SCR Structure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Headline-Driven Decks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 Descriptive Headlines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 Action Headlines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Data-to-Slide Translation</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Converting Analysis Artifacts into Slide-Ready Content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Data ≠ Insight ≠ Slide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Three distinct transformations, each requiring different Claude prompts.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The Three-Prompt Method</a:t>
            </a:r>
          </a:p>
        </p:txBody>
      </p:sp>
      <p:sp>
        <p:nvSpPr>
          <p:cNvPr id="3" name="Rounded Rectangle 2"/>
          <p:cNvSpPr/>
          <p:nvPr/>
        </p:nvSpPr>
        <p:spPr>
          <a:xfrm>
            <a:off x="4312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975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57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Right Arrow 5"/>
          <p:cNvSpPr/>
          <p:nvPr/>
        </p:nvSpPr>
        <p:spPr>
          <a:xfrm>
            <a:off x="5227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84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347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73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0" name="Right Arrow 9"/>
          <p:cNvSpPr/>
          <p:nvPr/>
        </p:nvSpPr>
        <p:spPr>
          <a:xfrm>
            <a:off x="6598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55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18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189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4" name="TextBox 13"/>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15" name="TextBox 14"/>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Prompt 1: Extract Insights</a:t>
            </a:r>
          </a:p>
        </p:txBody>
      </p:sp>
      <p:sp>
        <p:nvSpPr>
          <p:cNvPr id="16" name="TextBox 15"/>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17" name="TextBox 16"/>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Prompt 2: Frame Messages</a:t>
            </a:r>
          </a:p>
        </p:txBody>
      </p:sp>
      <p:sp>
        <p:nvSpPr>
          <p:cNvPr id="18" name="TextBox 17"/>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19" name="TextBox 18"/>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Prompt 3: Build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Data to Slides in Real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Content Types and Slide Strategies</a:t>
            </a:r>
          </a:p>
        </p:txBody>
      </p:sp>
      <p:sp>
        <p:nvSpPr>
          <p:cNvPr id="3" name="Rounded Rectangle 2"/>
          <p:cNvSpPr/>
          <p:nvPr/>
        </p:nvSpPr>
        <p:spPr>
          <a:xfrm>
            <a:off x="230108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'Headline + Proof + Implication' Pattern</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Directing Chart Narratives with Claude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Claude Can Do</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What You Do Manually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Five AI Presentation Mistakes to Avoid</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The 25-Minute Deck: A Proven Workflow</a:t>
            </a:r>
          </a:p>
        </p:txBody>
      </p:sp>
      <p:sp>
        <p:nvSpPr>
          <p:cNvPr id="3" name="Rounded Rectangle 2"/>
          <p:cNvSpPr/>
          <p:nvPr/>
        </p:nvSpPr>
        <p:spPr>
          <a:xfrm>
            <a:off x="2941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604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41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Right Arrow 5"/>
          <p:cNvSpPr/>
          <p:nvPr/>
        </p:nvSpPr>
        <p:spPr>
          <a:xfrm>
            <a:off x="3855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12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975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757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0" name="Right Arrow 9"/>
          <p:cNvSpPr/>
          <p:nvPr/>
        </p:nvSpPr>
        <p:spPr>
          <a:xfrm>
            <a:off x="5227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84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47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73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4" name="Right Arrow 13"/>
          <p:cNvSpPr/>
          <p:nvPr/>
        </p:nvSpPr>
        <p:spPr>
          <a:xfrm>
            <a:off x="6598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055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18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89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18" name="Right Arrow 17"/>
          <p:cNvSpPr/>
          <p:nvPr/>
        </p:nvSpPr>
        <p:spPr>
          <a:xfrm>
            <a:off x="7970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27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90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05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2" name="TextBox 21"/>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23" name="TextBox 22"/>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Generate</a:t>
            </a:r>
          </a:p>
        </p:txBody>
      </p:sp>
      <p:sp>
        <p:nvSpPr>
          <p:cNvPr id="24" name="TextBox 23"/>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25" name="TextBox 24"/>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Review</a:t>
            </a:r>
          </a:p>
        </p:txBody>
      </p:sp>
      <p:sp>
        <p:nvSpPr>
          <p:cNvPr id="26" name="TextBox 25"/>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27" name="TextBox 26"/>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Refine</a:t>
            </a:r>
          </a:p>
        </p:txBody>
      </p:sp>
      <p:sp>
        <p:nvSpPr>
          <p:cNvPr id="28" name="TextBox 27"/>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29" name="TextBox 28"/>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Brand</a:t>
            </a:r>
          </a:p>
        </p:txBody>
      </p:sp>
      <p:sp>
        <p:nvSpPr>
          <p:cNvPr id="30" name="TextBox 29"/>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31" name="TextBox 30"/>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Notes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Adapting One Deck for Multiple Audiences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The Problem</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The Claude Solution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Refinement &amp; Messaging</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Improving Clarity, Tone, and Strategic Framing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Audience-Specific Framing</a:t>
            </a:r>
          </a:p>
        </p:txBody>
      </p:sp>
      <p:sp>
        <p:nvSpPr>
          <p:cNvPr id="3" name="Rounded Rectangle 2"/>
          <p:cNvSpPr/>
          <p:nvPr/>
        </p:nvSpPr>
        <p:spPr>
          <a:xfrm>
            <a:off x="230108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Clarity and Concision Techniques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Tone Calibration with Claude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Tone Dimensions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Claude Tone Prompts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Refining a Draft Deck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Applied Deck Lab</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Build an Executive Summary Deck from Brief to Final Slides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Applied Deck Lab: Executive Summary Deck</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Lab Reference: Prompt Templates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The Real ROI: Beyond Time Savings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The Numbers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The Hidden Value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Review &amp; Key Takeaways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What You Learned and What to Do Next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Your Executive Communication Toolkit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After Today: Your Action Plan</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Great presentations aren't about great slides.</a:t>
            </a:r>
            <a:br/>
            <a:r>
              <a:t>They're about great thinking made visible.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Claude accelerates the visibility. The thinking is still yours.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Session 3 Complete</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