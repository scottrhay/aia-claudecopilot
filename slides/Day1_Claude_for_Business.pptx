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Landscape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Interface &amp; Projects</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Prompt Engineering</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Lab 1</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Lab 2</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4"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6" name="TextBox 5"/>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7" name="TextBox 6"/>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3" name="TextBox 2"/>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4"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13461</Words>
  <Application>Microsoft Office PowerPoint</Application>
  <PresentationFormat>Widescreen</PresentationFormat>
  <Paragraphs>1619</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2026-02-16T06:48:01Z</dcterms:modified>
  <cp:category/>
</cp:coreProperties>
</file>