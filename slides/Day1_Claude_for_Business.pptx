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346" r:id="rId90"/>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347" r:id="rId91"/>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348" r:id="rId92"/>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49" r:id="rId93"/>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14" name="TextBox 13"/>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15" name="TextBox 14"/>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16"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18" name="TextBox 17"/>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19" name="TextBox 18"/>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2 hours 30 min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1 hour 30 min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1 hour 15 min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F2D3D"/>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1 hour 30 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13711</Words>
  <Application>Microsoft Office PowerPoint</Application>
  <PresentationFormat>Widescreen</PresentationFormat>
  <Paragraphs>1644</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2026-02-16T06:55:53Z</dcterms:modified>
  <cp:category/>
</cp:coreProperties>
</file>