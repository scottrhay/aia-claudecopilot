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6" r:id="rId3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7.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78.xml"/><Relationship Id="rId99"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