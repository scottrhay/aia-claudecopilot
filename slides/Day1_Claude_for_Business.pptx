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64" r:id="rId5"/>
    <p:sldId id="268" r:id="rId6"/>
    <p:sldId id="269" r:id="rId7"/>
    <p:sldId id="270" r:id="rId8"/>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80" r:id="rId21"/>
    <p:sldId id="272" r:id="rId13"/>
    <p:sldId id="273" r:id="rId14"/>
    <p:sldId id="274" r:id="rId15"/>
    <p:sldId id="275" r:id="rId16"/>
    <p:sldId id="276" r:id="rId17"/>
    <p:sldId id="271" r:id="rId9"/>
    <p:sldId id="335" r:id="rId10"/>
    <p:sldId id="336" r:id="rId11"/>
    <p:sldId id="337" r:id="rId12"/>
    <p:sldId id="277" r:id="rId18"/>
    <p:sldId id="278" r:id="rId19"/>
    <p:sldId id="279" r:id="rId20"/>
    <p:sldId id="266" r:id="rId39"/>
    <p:sldId id="267" r:id="rId40"/>
    <p:sldId id="342" r:id="rId41"/>
    <p:sldId id="259" r:id="rId42"/>
    <p:sldId id="260" r:id="rId43"/>
    <p:sldId id="261" r:id="rId44"/>
    <p:sldId id="262"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0:14:18.702" v="98"/>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3T19:40:22.844" v="66" actId="1037"/>
      <pc:docMkLst>
        <pc:docMk/>
      </pc:docMkLst>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the most underused feature in Claude - and it's a massive productivity gain. Let me show you.</a:t>
            </a:r>
          </a:p>
          <a:p>
            <a:endParaRPr/>
          </a:p>
          <a:p>
            <a:r>
              <a:t>KEY POINTS:</a:t>
            </a:r>
          </a:p>
          <a:p>
            <a:r>
              <a:t>   * Where: Microphone icon, top right next to model selector</a:t>
            </a:r>
          </a:p>
          <a:p>
            <a:r>
              <a:t>   * How: Click mic, speak naturally, Claude transcribes real-time, you can edit before sending</a:t>
            </a:r>
          </a:p>
          <a:p>
            <a:r>
              <a:t>   * Speed: 3-5× faster than typing for complex multi-part prompts</a:t>
            </a:r>
          </a:p>
          <a:p>
            <a:r>
              <a:t>   * Best for: Brainstorming, meeting summaries (speak your notes), long detailed requests, hands-free work</a:t>
            </a:r>
          </a:p>
          <a:p>
            <a:r>
              <a:t>   * Pro tip: You can edit the transcription before hitting send - catches any errors</a:t>
            </a:r>
          </a:p>
          <a:p>
            <a:r>
              <a:t>   * Accuracy: Very good, works with industry terms and technical language</a:t>
            </a:r>
          </a:p>
          <a:p>
            <a:r>
              <a:t>   * Privacy: Voice processed securely, not stored after transcription</a:t>
            </a:r>
          </a:p>
          <a:p>
            <a:endParaRPr/>
          </a:p>
          <a:p>
            <a:r>
              <a:t>ASK THE CLASS:</a:t>
            </a:r>
          </a:p>
          <a:p>
            <a:r>
              <a:t>   "Think of a task you did this week that involved typing a long explanation - would voice mode have saved you time?"</a:t>
            </a:r>
          </a:p>
          <a:p>
            <a:r>
              <a:t>   [PAUSE for 30-60 seconds]</a:t>
            </a:r>
          </a:p>
          <a:p>
            <a:endParaRPr/>
          </a:p>
          <a:p>
            <a:r>
              <a:t>REAL-WORLD EXAMPLE:</a:t>
            </a:r>
          </a:p>
          <a:p>
            <a:r>
              <a:t>   After a client meeting, instead of typing up notes, open Claude voice mode and just talk through what happened for 2 minutes. Claude transcribes it, you say 'turn this into a professional summary with action items' - done in 3 minutes instead of 15.</a:t>
            </a:r>
          </a:p>
          <a:p>
            <a:endParaRPr/>
          </a:p>
          <a:p>
            <a:r>
              <a:t>DEMO:</a:t>
            </a:r>
          </a:p>
          <a:p>
            <a:r>
              <a:t>   LIVE DEMO: Click microphone button (top right). Speak a complex prompt: 'I need you to review this meeting transcript, pull out the top 5 action items with owners and due dates, identify any decisions that were made, and flag anything that needs follow-up with the executive team. Format as a bulleted summary I can send to my boss.' Show Claude transcribing in real-time, let them see the transcription appear, then send. Compare: This would take 60+ seconds to type, took 8 seconds to speak.</a:t>
            </a:r>
          </a:p>
          <a:p>
            <a:endParaRPr/>
          </a:p>
          <a:p>
            <a:r>
              <a:t>TRANSITION:</a:t>
            </a:r>
          </a:p>
          <a:p>
            <a:r>
              <a:t>   Now let's talk about personalizing Claude so it knows YOU and your preferences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4 min</a:t>
            </a:r>
          </a:p>
          <a:p>
            <a:endParaRPr/>
          </a:p>
          <a:p>
            <a:r>
              <a:t>Let's look at what else lives in Settings beyond Personal Preferences.</a:t>
            </a:r>
          </a:p>
          <a:p>
            <a:endParaRPr/>
          </a:p>
          <a:p>
            <a:r>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a:p>
          <a:p>
            <a:r>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a:p>
          <a:p>
            <a:r>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a:p>
          <a:p>
            <a:r>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You've learned the basics, practiced in the lab, and seen the iterate-to-great pattern. Now here's the bigger picture.</a:t>
            </a:r>
          </a:p>
          <a:p>
            <a:endParaRPr/>
          </a:p>
          <a:p>
            <a:r>
              <a:t>KEY POINTS:</a:t>
            </a:r>
          </a:p>
          <a:p>
            <a:r>
              <a:t>   * The 20% who survived didn't have better prompting skills</a:t>
            </a:r>
          </a:p>
          <a:p>
            <a:r>
              <a:t>   * They learned 6 judgment skills (management skills, not tech skills):</a:t>
            </a:r>
          </a:p>
          <a:p>
            <a:r>
              <a:t>   * 1. Context Assembly - what info to give AI, what to withhold</a:t>
            </a:r>
          </a:p>
          <a:p>
            <a:r>
              <a:t>   * 2. Quality Judgment - when to trust output vs. verify</a:t>
            </a:r>
          </a:p>
          <a:p>
            <a:r>
              <a:t>   * 3. Task Decomposition - breaking work into AI-sized chunks</a:t>
            </a:r>
          </a:p>
          <a:p>
            <a:r>
              <a:t>   * 4. Iterative Refinement - moving from 70% to 95%</a:t>
            </a:r>
          </a:p>
          <a:p>
            <a:r>
              <a:t>   * 5. Workflow Integration - embedded in process, not side tool</a:t>
            </a:r>
          </a:p>
          <a:p>
            <a:r>
              <a:t>   * 6. Frontier Recognition - knowing when AI can't help</a:t>
            </a:r>
          </a:p>
          <a:p>
            <a:r>
              <a:t>   * Ethan Mollick (Wharton): 'The best users of AI are good managers'</a:t>
            </a:r>
          </a:p>
          <a:p>
            <a:endParaRPr/>
          </a:p>
          <a:p>
            <a:r>
              <a:t>ASK THE CLASS:</a:t>
            </a:r>
          </a:p>
          <a:p>
            <a:r>
              <a:t>   "Which of these 6 skills do you think will be hardest for your team?"</a:t>
            </a:r>
          </a:p>
          <a:p>
            <a:r>
              <a:t>   [PAUSE for 30-60 seconds]</a:t>
            </a:r>
          </a:p>
          <a:p>
            <a:endParaRPr/>
          </a:p>
          <a:p>
            <a:r>
              <a:t>TRANSITION:</a:t>
            </a:r>
          </a:p>
          <a:p>
            <a:r>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64723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67084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3986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6385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Final lab - create real deliverables you can use at work tomorrow. Focus on document outputs.</a:t>
            </a:r>
          </a:p>
          <a:p>
            <a:endParaRPr/>
          </a:p>
          <a:p>
            <a:r>
              <a:t>KEY POINTS:</a:t>
            </a:r>
          </a:p>
          <a:p>
            <a:r>
              <a:t>   * Lab guide has all sample files: PDFs, CSVs, email templates</a:t>
            </a:r>
          </a:p>
          <a:p>
            <a:r>
              <a:t>   * Exercise 2: Upload PDF, get polished executive summary (real workflow)</a:t>
            </a:r>
          </a:p>
          <a:p>
            <a:r>
              <a:t>   * Exercise 3: This is powerful - CSV data becomes PowerPoint deck outline</a:t>
            </a:r>
          </a:p>
          <a:p>
            <a:r>
              <a:t>   * All outputs use artifacts - professional formatting, copy-paste ready</a:t>
            </a:r>
          </a:p>
          <a:p>
            <a:r>
              <a:t>   * Try all four if time allows, minimum 2 exercises</a:t>
            </a:r>
          </a:p>
          <a:p>
            <a:r>
              <a:t>   * Save your best artifacts - these are templates for future work</a:t>
            </a:r>
          </a:p>
          <a:p>
            <a:r>
              <a:t>   * I'll be walking around - show me your best output!</a:t>
            </a:r>
          </a:p>
          <a:p>
            <a:endParaRPr/>
          </a:p>
          <a:p>
            <a:r>
              <a:t>DEMO:</a:t>
            </a:r>
          </a:p>
          <a:p>
            <a:r>
              <a:t>   Show lab guide - point out sample files folder. Emphasize artifact outputs for each exercise.</a:t>
            </a:r>
          </a:p>
          <a:p>
            <a:endParaRPr/>
          </a:p>
          <a:p>
            <a:r>
              <a:t>TRANSITION:</a:t>
            </a:r>
          </a:p>
          <a:p>
            <a:r>
              <a:t>   Take 45 minutes. We'll reconvene at 3:15 for wrap-up and Q&amp;A.</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Voice Mode: Your Productivity Superpower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3× faster than typing for complex prompts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Beyond Prompting: The 6 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926669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1144083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472014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24926056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Document Creation Workshop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Email series (3 versions for A/B testing) - 10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Executive summary from long PDF report - 15 min</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Data analysis → PowerPoint deck (CSV to slides) - 15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Claude in Excel - formula assistance - 5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favorite output with the class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13837</Words>
  <Application>Microsoft Office PowerPoint</Application>
  <PresentationFormat>Widescreen</PresentationFormat>
  <Paragraphs>1641</Paragraphs>
  <Slides>81</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2026-02-16T00:14:53Z</dcterms:modified>
  <cp:category/>
</cp:coreProperties>
</file>