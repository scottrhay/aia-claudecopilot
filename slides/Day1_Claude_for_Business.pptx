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70" r:id="rId8"/>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80" r:id="rId21"/>
    <p:sldId id="271" r:id="rId9"/>
    <p:sldId id="335" r:id="rId10"/>
    <p:sldId id="336" r:id="rId11"/>
    <p:sldId id="337" r:id="rId12"/>
    <p:sldId id="277" r:id="rId18"/>
    <p:sldId id="278" r:id="rId19"/>
    <p:sldId id="279" r:id="rId20"/>
    <p:sldId id="272" r:id="rId13"/>
    <p:sldId id="273" r:id="rId14"/>
    <p:sldId id="274" r:id="rId15"/>
    <p:sldId id="275" r:id="rId16"/>
    <p:sldId id="276" r:id="rId17"/>
    <p:sldId id="266" r:id="rId39"/>
    <p:sldId id="267" r:id="rId40"/>
    <p:sldId id="342" r:id="rId41"/>
    <p:sldId id="259" r:id="rId42"/>
    <p:sldId id="260" r:id="rId43"/>
    <p:sldId id="261" r:id="rId44"/>
    <p:sldId id="262"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31.xml"/><Relationship Id="rId10" Type="http://schemas.openxmlformats.org/officeDocument/2006/relationships/slide" Target="slides/slide32.xml"/><Relationship Id="rId11" Type="http://schemas.openxmlformats.org/officeDocument/2006/relationships/slide" Target="slides/slide33.xml"/><Relationship Id="rId12" Type="http://schemas.openxmlformats.org/officeDocument/2006/relationships/slide" Target="slides/slide34.xml"/><Relationship Id="rId13" Type="http://schemas.openxmlformats.org/officeDocument/2006/relationships/slide" Target="slides/slide26.xml"/><Relationship Id="rId14" Type="http://schemas.openxmlformats.org/officeDocument/2006/relationships/slide" Target="slides/slide27.xml"/><Relationship Id="rId15" Type="http://schemas.openxmlformats.org/officeDocument/2006/relationships/slide" Target="slides/slide28.xml"/><Relationship Id="rId16" Type="http://schemas.openxmlformats.org/officeDocument/2006/relationships/slide" Target="slides/slide29.xml"/><Relationship Id="rId17" Type="http://schemas.openxmlformats.org/officeDocument/2006/relationships/slide" Target="slides/slide30.xml"/><Relationship Id="rId18" Type="http://schemas.openxmlformats.org/officeDocument/2006/relationships/slide" Target="slides/slide35.xml"/><Relationship Id="rId19" Type="http://schemas.openxmlformats.org/officeDocument/2006/relationships/slide" Target="slides/slide36.xml"/><Relationship Id="rId20" Type="http://schemas.openxmlformats.org/officeDocument/2006/relationships/slide" Target="slides/slide37.xml"/><Relationship Id="rId21" Type="http://schemas.openxmlformats.org/officeDocument/2006/relationships/slide" Target="slides/slide25.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14:18.702" v="9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4 min</a:t>
            </a:r>
          </a:p>
          <a:p>
            <a:endParaRPr/>
          </a:p>
          <a:p>
            <a:r>
              <a:t>Let's look at what else lives in Settings beyond Personal Preferences.</a:t>
            </a:r>
          </a:p>
          <a:p>
            <a:endParaRPr/>
          </a:p>
          <a:p>
            <a:r>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a:p>
          <a:p>
            <a:r>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a:p>
          <a:p>
            <a:r>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a:p>
          <a:p>
            <a:r>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64723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67084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3986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6385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926669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1144083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472014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24926056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13837</Words>
  <Application>Microsoft Office PowerPoint</Application>
  <PresentationFormat>Widescreen</PresentationFormat>
  <Paragraphs>1641</Paragraphs>
  <Slides>81</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2026-02-16T00:14:53Z</dcterms:modified>
  <cp:category/>
</cp:coreProperties>
</file>