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2"/>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96" r:id="rId23"/>
    <p:sldId id="288" r:id="rId15"/>
    <p:sldId id="289" r:id="rId16"/>
    <p:sldId id="290" r:id="rId17"/>
    <p:sldId id="291" r:id="rId18"/>
    <p:sldId id="292" r:id="rId19"/>
    <p:sldId id="294" r:id="rId21"/>
    <p:sldId id="295" r:id="rId22"/>
    <p:sldId id="297" r:id="rId24"/>
    <p:sldId id="293" r:id="rId20"/>
    <p:sldId id="280" r:id="rId25"/>
    <p:sldId id="271" r:id="rId26"/>
    <p:sldId id="335" r:id="rId27"/>
    <p:sldId id="336" r:id="rId28"/>
    <p:sldId id="337" r:id="rId29"/>
    <p:sldId id="266" r:id="rId38"/>
    <p:sldId id="267" r:id="rId39"/>
    <p:sldId id="342" r:id="rId40"/>
    <p:sldId id="259" r:id="rId41"/>
    <p:sldId id="260" r:id="rId42"/>
    <p:sldId id="261" r:id="rId43"/>
    <p:sldId id="262" r:id="rId44"/>
    <p:sldId id="272" r:id="rId33"/>
    <p:sldId id="273" r:id="rId34"/>
    <p:sldId id="274" r:id="rId35"/>
    <p:sldId id="275" r:id="rId36"/>
    <p:sldId id="276" r:id="rId37"/>
    <p:sldId id="343" r:id="rId89"/>
    <p:sldId id="298" r:id="rId45"/>
    <p:sldId id="277" r:id="rId30"/>
    <p:sldId id="278" r:id="rId31"/>
    <p:sldId id="279" r:id="rId32"/>
    <p:sldId id="299" r:id="rId46"/>
    <p:sldId id="300" r:id="rId47"/>
    <p:sldId id="301" r:id="rId48"/>
    <p:sldId id="302" r:id="rId49"/>
    <p:sldId id="303" r:id="rId50"/>
    <p:sldId id="304" r:id="rId51"/>
    <p:sldId id="305" r:id="rId52"/>
    <p:sldId id="306" r:id="rId53"/>
    <p:sldId id="307" r:id="rId54"/>
    <p:sldId id="308" r:id="rId55"/>
    <p:sldId id="344" r:id="rId90"/>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5" r:id="rId72"/>
    <p:sldId id="326" r:id="rId73"/>
    <p:sldId id="327" r:id="rId74"/>
    <p:sldId id="345" r:id="rId91"/>
    <p:sldId id="328" r:id="rId75"/>
    <p:sldId id="329" r:id="rId76"/>
    <p:sldId id="330" r:id="rId77"/>
    <p:sldId id="331" r:id="rId78"/>
    <p:sldId id="332" r:id="rId79"/>
    <p:sldId id="333" r:id="rId80"/>
    <p:sldId id="334" r:id="rId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3.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14.xml"/><Relationship Id="rId24"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43.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42.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 Id="rId87" Type="http://schemas.microsoft.com/office/2016/11/relationships/changesInfo" Target="changesInfos/changesInfo1.xml"/><Relationship Id="rId88" Type="http://schemas.microsoft.com/office/2015/10/relationships/revisionInfo" Target="revisionInfo.xml"/><Relationship Id="rId89" Type="http://schemas.openxmlformats.org/officeDocument/2006/relationships/slide" Target="slides/slide41.xml"/><Relationship Id="rId90" Type="http://schemas.openxmlformats.org/officeDocument/2006/relationships/slide" Target="slides/slide81.xml"/><Relationship Id="rId91" Type="http://schemas.openxmlformats.org/officeDocument/2006/relationships/slide" Target="slides/slide8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0:33:08.420" v="114" actId="20578"/>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64723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67084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3986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6385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9266695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11440831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4720142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24926056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13472</Words>
  <Application>Microsoft Office PowerPoint</Application>
  <PresentationFormat>Widescreen</PresentationFormat>
  <Paragraphs>1612</Paragraphs>
  <Slides>80</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2026-02-16T00:38:17Z</dcterms:modified>
  <cp:category/>
</cp:coreProperties>
</file>