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264" r:id="rId5"/>
    <p:sldId id="268" r:id="rId6"/>
    <p:sldId id="269" r:id="rId7"/>
    <p:sldId id="281" r:id="rId8"/>
    <p:sldId id="282" r:id="rId9"/>
    <p:sldId id="283" r:id="rId10"/>
    <p:sldId id="284" r:id="rId11"/>
    <p:sldId id="285" r:id="rId12"/>
    <p:sldId id="286" r:id="rId13"/>
    <p:sldId id="287" r:id="rId14"/>
    <p:sldId id="296" r:id="rId15"/>
    <p:sldId id="288" r:id="rId16"/>
    <p:sldId id="289" r:id="rId17"/>
    <p:sldId id="290" r:id="rId18"/>
    <p:sldId id="291" r:id="rId19"/>
    <p:sldId id="292" r:id="rId20"/>
    <p:sldId id="294" r:id="rId21"/>
    <p:sldId id="295" r:id="rId22"/>
    <p:sldId id="297" r:id="rId23"/>
    <p:sldId id="293" r:id="rId24"/>
    <p:sldId id="280" r:id="rId25"/>
    <p:sldId id="259" r:id="rId26"/>
    <p:sldId id="260" r:id="rId27"/>
    <p:sldId id="261" r:id="rId28"/>
    <p:sldId id="262" r:id="rId29"/>
    <p:sldId id="271" r:id="rId30"/>
    <p:sldId id="335" r:id="rId31"/>
    <p:sldId id="336" r:id="rId32"/>
    <p:sldId id="337" r:id="rId33"/>
    <p:sldId id="266" r:id="rId34"/>
    <p:sldId id="267" r:id="rId35"/>
    <p:sldId id="342" r:id="rId36"/>
    <p:sldId id="272" r:id="rId37"/>
    <p:sldId id="273" r:id="rId38"/>
    <p:sldId id="274" r:id="rId39"/>
    <p:sldId id="275" r:id="rId40"/>
    <p:sldId id="276" r:id="rId41"/>
    <p:sldId id="343" r:id="rId42"/>
    <p:sldId id="298" r:id="rId43"/>
    <p:sldId id="277" r:id="rId44"/>
    <p:sldId id="315" r:id="rId45"/>
    <p:sldId id="279" r:id="rId46"/>
    <p:sldId id="299" r:id="rId47"/>
    <p:sldId id="300" r:id="rId48"/>
    <p:sldId id="301" r:id="rId49"/>
    <p:sldId id="302" r:id="rId50"/>
    <p:sldId id="303" r:id="rId51"/>
    <p:sldId id="304" r:id="rId52"/>
    <p:sldId id="305" r:id="rId53"/>
    <p:sldId id="306" r:id="rId54"/>
    <p:sldId id="307" r:id="rId55"/>
    <p:sldId id="278" r:id="rId56"/>
    <p:sldId id="344" r:id="rId57"/>
    <p:sldId id="309" r:id="rId58"/>
    <p:sldId id="310" r:id="rId59"/>
    <p:sldId id="311" r:id="rId60"/>
    <p:sldId id="312" r:id="rId61"/>
    <p:sldId id="313" r:id="rId62"/>
    <p:sldId id="314" r:id="rId63"/>
    <p:sldId id="317" r:id="rId64"/>
    <p:sldId id="318" r:id="rId65"/>
    <p:sldId id="316" r:id="rId66"/>
    <p:sldId id="319" r:id="rId67"/>
    <p:sldId id="320" r:id="rId68"/>
    <p:sldId id="321" r:id="rId69"/>
    <p:sldId id="322" r:id="rId70"/>
    <p:sldId id="323" r:id="rId71"/>
    <p:sldId id="325" r:id="rId72"/>
    <p:sldId id="326" r:id="rId73"/>
    <p:sldId id="327" r:id="rId74"/>
    <p:sldId id="345" r:id="rId75"/>
    <p:sldId id="328" r:id="rId76"/>
    <p:sldId id="329" r:id="rId77"/>
    <p:sldId id="330" r:id="rId78"/>
    <p:sldId id="331" r:id="rId79"/>
    <p:sldId id="332" r:id="rId80"/>
    <p:sldId id="333" r:id="rId81"/>
    <p:sldId id="334" r:id="rId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2" dt="2026-02-16T06:47:36.06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microsoft.com/office/2016/11/relationships/changesInfo" Target="changesInfos/changesInfo1.xml"/><Relationship Id="rId8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14" name="TextBox 13"/>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Apps: Desktop &amp; Mobile</a:t>
            </a:r>
          </a:p>
        </p:txBody>
      </p:sp>
      <p:sp>
        <p:nvSpPr>
          <p:cNvPr id="15" name="TextBox 14"/>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Same Claude, native experience on every device</a:t>
            </a:r>
          </a:p>
        </p:txBody>
      </p:sp>
      <p:sp>
        <p:nvSpPr>
          <p:cNvPr id="16" name="Rounded Rectangle 3"/>
          <p:cNvSpPr/>
          <p:nvPr/>
        </p:nvSpPr>
        <p:spPr>
          <a:xfrm>
            <a:off x="45720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2011680"/>
            <a:ext cx="4754880" cy="548640"/>
          </a:xfrm>
          <a:prstGeom prst="rect">
            <a:avLst/>
          </a:prstGeom>
          <a:noFill/>
        </p:spPr>
        <p:txBody>
          <a:bodyPr wrap="none">
            <a:spAutoFit/>
          </a:bodyPr>
          <a:lstStyle/>
          <a:p>
            <a:pPr algn="ctr">
              <a:defRPr sz="3600"/>
            </a:pPr>
            <a:r>
              <a:t>🖥️</a:t>
            </a:r>
          </a:p>
        </p:txBody>
      </p:sp>
      <p:sp>
        <p:nvSpPr>
          <p:cNvPr id="18" name="TextBox 17"/>
          <p:cNvSpPr txBox="1"/>
          <p:nvPr/>
        </p:nvSpPr>
        <p:spPr>
          <a:xfrm>
            <a:off x="731520" y="2560320"/>
            <a:ext cx="4754880" cy="457200"/>
          </a:xfrm>
          <a:prstGeom prst="rect">
            <a:avLst/>
          </a:prstGeom>
          <a:noFill/>
        </p:spPr>
        <p:txBody>
          <a:bodyPr wrap="none">
            <a:spAutoFit/>
          </a:bodyPr>
          <a:lstStyle/>
          <a:p>
            <a:pPr algn="ctr">
              <a:defRPr sz="2400" b="1">
                <a:solidFill>
                  <a:srgbClr val="FFFFFF"/>
                </a:solidFill>
              </a:defRPr>
            </a:pPr>
            <a:r>
              <a:t>Desktop App</a:t>
            </a:r>
          </a:p>
        </p:txBody>
      </p:sp>
      <p:sp>
        <p:nvSpPr>
          <p:cNvPr id="19" name="TextBox 18"/>
          <p:cNvSpPr txBox="1"/>
          <p:nvPr/>
        </p:nvSpPr>
        <p:spPr>
          <a:xfrm>
            <a:off x="731520" y="3017520"/>
            <a:ext cx="4754880" cy="365760"/>
          </a:xfrm>
          <a:prstGeom prst="rect">
            <a:avLst/>
          </a:prstGeom>
          <a:noFill/>
        </p:spPr>
        <p:txBody>
          <a:bodyPr wrap="none">
            <a:spAutoFit/>
          </a:bodyPr>
          <a:lstStyle/>
          <a:p>
            <a:pPr algn="ctr">
              <a:defRPr sz="1400" i="1">
                <a:solidFill>
                  <a:srgbClr val="14B8A6"/>
                </a:solidFill>
              </a:defRPr>
            </a:pPr>
            <a:r>
              <a:t>Windows + Mac (Preview)</a:t>
            </a:r>
          </a:p>
        </p:txBody>
      </p:sp>
      <p:sp>
        <p:nvSpPr>
          <p:cNvPr id="8" name="TextBox 7"/>
          <p:cNvSpPr txBox="1"/>
          <p:nvPr/>
        </p:nvSpPr>
        <p:spPr>
          <a:xfrm>
            <a:off x="731520" y="3566160"/>
            <a:ext cx="4754880" cy="2194560"/>
          </a:xfrm>
          <a:prstGeom prst="rect">
            <a:avLst/>
          </a:prstGeom>
          <a:noFill/>
        </p:spPr>
        <p:txBody>
          <a:bodyPr wrap="square">
            <a:spAutoFit/>
          </a:bodyPr>
          <a:lstStyle/>
          <a:p>
            <a:pPr algn="ctr">
              <a:lnSpc>
                <a:spcPts val="2200"/>
              </a:lnSpc>
              <a:defRPr sz="1500">
                <a:solidFill>
                  <a:srgbClr val="D1D5DB"/>
                </a:solidFill>
              </a:defRPr>
            </a:pPr>
            <a:r>
              <a:t>Native app — no browser needed</a:t>
            </a:r>
            <a:br/>
            <a:r>
              <a:t>System-level file access</a:t>
            </a:r>
            <a:br/>
            <a:r>
              <a:t>Keyboard shortcuts &amp; quick launch</a:t>
            </a:r>
            <a:br/>
            <a:r>
              <a:t>Same Projects and conversations</a:t>
            </a:r>
            <a:br/>
            <a:r>
              <a:t>Offline queue for prompts</a:t>
            </a:r>
            <a:br/>
            <a:r>
              <a:t>Faster, more integrated experience</a:t>
            </a:r>
          </a:p>
        </p:txBody>
      </p:sp>
      <p:sp>
        <p:nvSpPr>
          <p:cNvPr id="9" name="Rounded Rectangle 8"/>
          <p:cNvSpPr/>
          <p:nvPr/>
        </p:nvSpPr>
        <p:spPr>
          <a:xfrm>
            <a:off x="621792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011680"/>
            <a:ext cx="4754880" cy="548640"/>
          </a:xfrm>
          <a:prstGeom prst="rect">
            <a:avLst/>
          </a:prstGeom>
          <a:noFill/>
        </p:spPr>
        <p:txBody>
          <a:bodyPr wrap="none">
            <a:spAutoFit/>
          </a:bodyPr>
          <a:lstStyle/>
          <a:p>
            <a:pPr algn="ctr">
              <a:defRPr sz="3600"/>
            </a:pPr>
            <a:r>
              <a:t>📱</a:t>
            </a:r>
          </a:p>
        </p:txBody>
      </p:sp>
      <p:sp>
        <p:nvSpPr>
          <p:cNvPr id="11" name="TextBox 10"/>
          <p:cNvSpPr txBox="1"/>
          <p:nvPr/>
        </p:nvSpPr>
        <p:spPr>
          <a:xfrm>
            <a:off x="6492240" y="2560320"/>
            <a:ext cx="4754880" cy="457200"/>
          </a:xfrm>
          <a:prstGeom prst="rect">
            <a:avLst/>
          </a:prstGeom>
          <a:noFill/>
        </p:spPr>
        <p:txBody>
          <a:bodyPr wrap="none">
            <a:spAutoFit/>
          </a:bodyPr>
          <a:lstStyle/>
          <a:p>
            <a:pPr algn="ctr">
              <a:defRPr sz="2400" b="1">
                <a:solidFill>
                  <a:srgbClr val="FFFFFF"/>
                </a:solidFill>
              </a:defRPr>
            </a:pPr>
            <a:r>
              <a:t>Mobile Apps</a:t>
            </a:r>
          </a:p>
        </p:txBody>
      </p:sp>
      <p:sp>
        <p:nvSpPr>
          <p:cNvPr id="12" name="TextBox 11"/>
          <p:cNvSpPr txBox="1"/>
          <p:nvPr/>
        </p:nvSpPr>
        <p:spPr>
          <a:xfrm>
            <a:off x="6492240" y="3017520"/>
            <a:ext cx="4754880" cy="365760"/>
          </a:xfrm>
          <a:prstGeom prst="rect">
            <a:avLst/>
          </a:prstGeom>
          <a:noFill/>
        </p:spPr>
        <p:txBody>
          <a:bodyPr wrap="none">
            <a:spAutoFit/>
          </a:bodyPr>
          <a:lstStyle/>
          <a:p>
            <a:pPr algn="ctr">
              <a:defRPr sz="1400" i="1">
                <a:solidFill>
                  <a:srgbClr val="14B8A6"/>
                </a:solidFill>
              </a:defRPr>
            </a:pPr>
            <a:r>
              <a:t>iOS + Android</a:t>
            </a:r>
          </a:p>
        </p:txBody>
      </p:sp>
      <p:sp>
        <p:nvSpPr>
          <p:cNvPr id="13" name="TextBox 12"/>
          <p:cNvSpPr txBox="1"/>
          <p:nvPr/>
        </p:nvSpPr>
        <p:spPr>
          <a:xfrm>
            <a:off x="6492240" y="3566160"/>
            <a:ext cx="4754880" cy="2194560"/>
          </a:xfrm>
          <a:prstGeom prst="rect">
            <a:avLst/>
          </a:prstGeom>
          <a:noFill/>
        </p:spPr>
        <p:txBody>
          <a:bodyPr wrap="square">
            <a:spAutoFit/>
          </a:bodyPr>
          <a:lstStyle/>
          <a:p>
            <a:pPr algn="ctr">
              <a:lnSpc>
                <a:spcPts val="2200"/>
              </a:lnSpc>
              <a:defRPr sz="1500">
                <a:solidFill>
                  <a:srgbClr val="D1D5DB"/>
                </a:solidFill>
              </a:defRPr>
            </a:pPr>
            <a:r>
              <a:t>Voice Mode — hands-free AI</a:t>
            </a:r>
            <a:br/>
            <a:r>
              <a:t>Camera — snap &amp; analyze anything</a:t>
            </a:r>
            <a:br/>
            <a:r>
              <a:t>Conversations sync across devices</a:t>
            </a:r>
            <a:br/>
            <a:r>
              <a:t>Push notifications for responses</a:t>
            </a:r>
            <a:br/>
            <a:r>
              <a:t>Perfect for on-the-go work</a:t>
            </a:r>
            <a:br/>
            <a:r>
              <a:t>Start on phone, continue on desktop</a:t>
            </a:r>
          </a:p>
        </p:txBody>
      </p:sp>
    </p:spTree>
    <p:extLst>
      <p:ext uri="{BB962C8B-B14F-4D97-AF65-F5344CB8AC3E}">
        <p14:creationId xmlns:p14="http://schemas.microsoft.com/office/powerpoint/2010/main" val="850379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TotalTime>
  <Words>13711</Words>
  <Application>Microsoft Office PowerPoint</Application>
  <PresentationFormat>Widescreen</PresentationFormat>
  <Paragraphs>1644</Paragraphs>
  <Slides>81</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2026-02-16T06:55:53Z</dcterms:modified>
  <cp:category/>
</cp:coreProperties>
</file>