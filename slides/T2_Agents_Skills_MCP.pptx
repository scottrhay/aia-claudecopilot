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</a:t>
            </a:r>
          </a:p>
          <a:p/>
          <a:p>
            <a:r>
              <a:t>OPEN WITH:</a:t>
            </a:r>
          </a:p>
          <a:p>
            <a:r>
              <a:t>   Welcome back - today we go beyond basics into advanced patterns</a:t>
            </a:r>
          </a:p>
          <a:p/>
          <a:p>
            <a:r>
              <a:t>KEY POINTS:</a:t>
            </a:r>
          </a:p>
          <a:p>
            <a:r>
              <a:t>   * How Claude 'does things' not just responds</a:t>
            </a:r>
          </a:p>
          <a:p>
            <a:r>
              <a:t>   * Builds on yesterday's Claude Code foundation</a:t>
            </a:r>
          </a:p>
          <a:p>
            <a:r>
              <a:t>   * 2 hours: Agents, Skills, MCP 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Chatbot: Input → Output (one shot)</a:t>
            </a:r>
          </a:p>
          <a:p>
            <a:r>
              <a:t>   * Agent: Goal → Plan → Act → Observe → Repeat</a:t>
            </a:r>
          </a:p>
          <a:p>
            <a:r>
              <a:t>   * Multi-step reasoning toward a goal</a:t>
            </a:r>
          </a:p>
          <a:p>
            <a:r>
              <a:t>   * Tool use to interact with external systems</a:t>
            </a:r>
          </a:p>
          <a:p>
            <a:r>
              <a:t>   * Self-correction when things go wrong</a:t>
            </a:r>
          </a:p>
          <a:p/>
          <a:p>
            <a:r>
              <a:t>ASK THE CLASS:</a:t>
            </a:r>
          </a:p>
          <a:p>
            <a:r>
              <a:t>   "What's the difference between a chatbot and an agent?"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Plan: Break task into steps</a:t>
            </a:r>
          </a:p>
          <a:p>
            <a:r>
              <a:t>   * Act: Use tools to execute</a:t>
            </a:r>
          </a:p>
          <a:p>
            <a:r>
              <a:t>   * Observe: Check results</a:t>
            </a:r>
          </a:p>
          <a:p>
            <a:r>
              <a:t>   * Adjust: Correct course if needed</a:t>
            </a:r>
          </a:p>
          <a:p>
            <a:r>
              <a:t>   * This loop runs automatically in Claude Code</a:t>
            </a:r>
          </a:p>
          <a:p/>
          <a:p>
            <a:r>
              <a:t>REAL-WORLD EXAMPLE:</a:t>
            </a:r>
          </a:p>
          <a:p>
            <a:r>
              <a:t>   'Write a function' becomes: plan → write → test → fix → done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Think: Manager delegating to team members</a:t>
            </a:r>
          </a:p>
          <a:p>
            <a:r>
              <a:t>   * Claude Code uses sub-agents internally</a:t>
            </a:r>
          </a:p>
          <a:p>
            <a:r>
              <a:t>   * Explore agent for codebase search, Edit agent for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6 min</a:t>
            </a:r>
          </a:p>
          <a:p/>
          <a:p>
            <a:r>
              <a:t>KEY POINTS:</a:t>
            </a:r>
          </a:p>
          <a:p>
            <a:r>
              <a:t>   * Sub-agents = focused workers that report back (context isolation)</a:t>
            </a:r>
          </a:p>
          <a:p>
            <a:r>
              <a:t>   * Main agent only receives summary, not full context (token efficient)</a:t>
            </a:r>
          </a:p>
          <a:p>
            <a:r>
              <a:t>   * Perfect for: Codebase research, file searches, focused analysis</a:t>
            </a:r>
          </a:p>
          <a:p>
            <a:r>
              <a:t>   * Sub-agent work happens in background, main agent continues</a:t>
            </a:r>
          </a:p>
          <a:p>
            <a:r>
              <a:t>   * Contrast with Agent Teams: Sub-agents don't coordinate with each other</a:t>
            </a:r>
          </a:p>
          <a:p/>
          <a:p>
            <a:r>
              <a:t>REAL-WORLD EXAMPLE:</a:t>
            </a:r>
          </a:p>
          <a:p>
            <a:r>
              <a:t>   Spawn 3 sub-agents in parallel: One researches authentication code, one researches database schema, one researches API endpoints. All three return summaries. Main agent synthesizes into migration plan.</a:t>
            </a:r>
          </a:p>
          <a:p/>
          <a:p>
            <a:r>
              <a:t>DEMO:</a:t>
            </a:r>
          </a:p>
          <a:p>
            <a:r>
              <a:t>   In Claude Code, request: 'Use a sub-agent to research all usages of the legacy PaymentProcessor class in our codebase and summarize the findings.' Watch Claude spawn sub-agent (shows in status), sub-agent completes research, summary returns to main agent. Then: 'Based on that research, what's our migration strategy?' Show how main agent uses sub-agent findings without full context bloat.</a:t>
            </a:r>
          </a:p>
          <a:p/>
          <a:p>
            <a:r>
              <a:t>TRANSITION:</a:t>
            </a:r>
          </a:p>
          <a:p>
            <a:r>
              <a:t>   Sub-agents for research, Agent Teams for implementation - next we'll see Skills 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Cost consideration: Agents use more tokens</a:t>
            </a:r>
          </a:p>
          <a:p>
            <a:r>
              <a:t>   * Trade-off: Power vs. cost and latency</a:t>
            </a:r>
          </a:p>
          <a:p>
            <a:r>
              <a:t>   * Start with high-value, low-frequency tasks</a:t>
            </a:r>
          </a:p>
          <a:p/>
          <a:p>
            <a:r>
              <a:t>ASK THE CLASS:</a:t>
            </a:r>
          </a:p>
          <a:p>
            <a:r>
              <a:t>   "What workflows in your org could benefit from agents?"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Agents need skills to do useful work - skills = specific capabilities</a:t>
            </a:r>
          </a:p>
          <a:p/>
          <a:p>
            <a:r>
              <a:t>KEY POINTS:</a:t>
            </a:r>
          </a:p>
          <a:p>
            <a:r>
              <a:t>   * Predefined capabilities Claude can invoke</a:t>
            </a:r>
          </a:p>
          <a:p>
            <a:r>
              <a:t>   * Encapsulate specific workflows</a:t>
            </a:r>
          </a:p>
          <a:p>
            <a:r>
              <a:t>   * Can be built-in or custom</a:t>
            </a:r>
          </a:p>
          <a:p>
            <a:r>
              <a:t>   * Triggered by commands or context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Batteries-included skills</a:t>
            </a:r>
          </a:p>
          <a:p>
            <a:r>
              <a:t>   * No setup required - just use them</a:t>
            </a:r>
          </a:p>
          <a:p>
            <a:r>
              <a:t>   * Also: test, docs skills available</a:t>
            </a:r>
          </a:p>
          <a:p/>
          <a:p>
            <a:r>
              <a:t>DEMO:</a:t>
            </a:r>
          </a:p>
          <a:p>
            <a:r>
              <a:t>   Show /commit and /pr 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Skills can be enabled/disabled per project</a:t>
            </a:r>
          </a:p>
          <a:p>
            <a:r>
              <a:t>   * Configuration goes in CLAUDE.md</a:t>
            </a:r>
          </a:p>
          <a:p>
            <a:r>
              <a:t>   * Customize to match your workflow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Built-in skills are great, but teams have unique needs</a:t>
            </a:r>
          </a:p>
          <a:p>
            <a:r>
              <a:t>   * Custom skills = your processes, automated</a:t>
            </a:r>
          </a:p>
          <a:p>
            <a:r>
              <a:t>   * Share with team to standardize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10 min</a:t>
            </a:r>
          </a:p>
          <a:p/>
          <a:p>
            <a:r>
              <a:t>KEY POINTS:</a:t>
            </a:r>
          </a:p>
          <a:p>
            <a:r>
              <a:t>   * /commit: Analyzes changes, writes descriptive message</a:t>
            </a:r>
          </a:p>
          <a:p>
            <a:r>
              <a:t>   * /pr: Generates PR title and body from commits</a:t>
            </a:r>
          </a:p>
          <a:p>
            <a:r>
              <a:t>   * /review: Finds bugs, suggests improvements</a:t>
            </a:r>
          </a:p>
          <a:p>
            <a:r>
              <a:t>   * Each saves 5-10 minutes vs. manual</a:t>
            </a:r>
          </a:p>
          <a:p/>
          <a:p>
            <a:r>
              <a:t>DEMO:</a:t>
            </a:r>
          </a:p>
          <a:p>
            <a:r>
              <a:t>   Demo 3 workflows: 1) /commit after making changes 2) /pr to create PR with description 3) /review to analyze code quality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MCP = Model Context Protocol</a:t>
            </a:r>
          </a:p>
          <a:p>
            <a:r>
              <a:t>   * Open standard from Anthropic</a:t>
            </a:r>
          </a:p>
          <a:p>
            <a:r>
              <a:t>   * Connects Claude to external systems</a:t>
            </a:r>
          </a:p>
          <a:p>
            <a:r>
              <a:t>   * Think: USB for AI - standard 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Client (Claude) requests capabilities</a:t>
            </a:r>
          </a:p>
          <a:p>
            <a:r>
              <a:t>   * Server provides tools, resources, prompts</a:t>
            </a:r>
          </a:p>
          <a:p>
            <a:r>
              <a:t>   * Protocol defines standard interface</a:t>
            </a:r>
          </a:p>
          <a:p>
            <a:r>
              <a:t>   * Multiple servers can run simultaneously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Tools: Functions Claude can call (search_db, send_email)</a:t>
            </a:r>
          </a:p>
          <a:p>
            <a:r>
              <a:t>   * Resources: Data Claude can access (files, databases)</a:t>
            </a:r>
          </a:p>
          <a:p>
            <a:r>
              <a:t>   * Prompts: Pre-built templates for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Many pre-built servers available</a:t>
            </a:r>
          </a:p>
          <a:p>
            <a:r>
              <a:t>   * Open source - community contributions</a:t>
            </a:r>
          </a:p>
          <a:p>
            <a:r>
              <a:t>   * Easy to build custom for your systems</a:t>
            </a:r>
          </a:p>
          <a:p>
            <a:r>
              <a:t>   * GitHub repo has full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Install via npm (most are Node packages)</a:t>
            </a:r>
          </a:p>
          <a:p>
            <a:r>
              <a:t>   * Configure in Claude settings JSON</a:t>
            </a:r>
          </a:p>
          <a:p>
            <a:r>
              <a:t>   * Provide required credentials (tokens, API keys)</a:t>
            </a:r>
          </a:p>
          <a:p>
            <a:r>
              <a:t>   * Restart Claude to load server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8 min</a:t>
            </a:r>
          </a:p>
          <a:p/>
          <a:p>
            <a:r>
              <a:t>KEY POINTS:</a:t>
            </a:r>
          </a:p>
          <a:p>
            <a:r>
              <a:t>   * Claude can now access GitHub directly</a:t>
            </a:r>
          </a:p>
          <a:p>
            <a:r>
              <a:t>   * No need to leave terminal or chat</a:t>
            </a:r>
          </a:p>
          <a:p>
            <a:r>
              <a:t>   * Tools appear automatically when server connected</a:t>
            </a:r>
          </a:p>
          <a:p>
            <a:r>
              <a:t>   * Can combine with code analysis</a:t>
            </a:r>
          </a:p>
          <a:p/>
          <a:p>
            <a:r>
              <a:t>DEMO:</a:t>
            </a:r>
          </a:p>
          <a:p>
            <a:r>
              <a:t>   Show GitHub MCP server: 1) 'List open PRs in our repo' 2) 'Create an issue for bug X' 3) 'Show recent commits on main branch'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8 min</a:t>
            </a:r>
          </a:p>
          <a:p/>
          <a:p>
            <a:r>
              <a:t>KEY POINTS:</a:t>
            </a:r>
          </a:p>
          <a:p>
            <a:r>
              <a:t>   * Claude writes SQL queries</a:t>
            </a:r>
          </a:p>
          <a:p>
            <a:r>
              <a:t>   * Can explain schema</a:t>
            </a:r>
          </a:p>
          <a:p>
            <a:r>
              <a:t>   * Useful for data analysis</a:t>
            </a:r>
          </a:p>
          <a:p>
            <a:r>
              <a:t>   * CAUTION: Grant read-only access for safety</a:t>
            </a:r>
          </a:p>
          <a:p/>
          <a:p>
            <a:r>
              <a:t>DEMO:</a:t>
            </a:r>
          </a:p>
          <a:p>
            <a:r>
              <a:t>   Show PostgreSQL MCP: 1) 'Show me the schema for users table' 2) 'How many active users do we have?' 3) 'Find all orders from last week'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TypeScript/Python SDKs available</a:t>
            </a:r>
          </a:p>
          <a:p>
            <a:r>
              <a:t>   * Protocol is straightforward - JSON-RPC</a:t>
            </a:r>
          </a:p>
          <a:p>
            <a:r>
              <a:t>   * Example: Build MCP for internal CRM, ticketing system</a:t>
            </a:r>
          </a:p>
          <a:p>
            <a:r>
              <a:t>   * Documentation at modelcontextprotocol.io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SDK handles protocol details</a:t>
            </a:r>
          </a:p>
          <a:p>
            <a:r>
              <a:t>   * You define tools and their logic</a:t>
            </a:r>
          </a:p>
          <a:p>
            <a:r>
              <a:t>   * Standard JSON schemas for inputs/outputs</a:t>
            </a:r>
          </a:p>
          <a:p>
            <a:r>
              <a:t>   * Full example in MCP documentation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Local execution = you control security</a:t>
            </a:r>
          </a:p>
          <a:p>
            <a:r>
              <a:t>   * Don't give database write access unless necessary</a:t>
            </a:r>
          </a:p>
          <a:p>
            <a:r>
              <a:t>   * Log all tool invocations for audit</a:t>
            </a:r>
          </a:p>
          <a:p>
            <a:r>
              <a:t>   * Teams should approve MCP servers before deployment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6 min</a:t>
            </a:r>
          </a:p>
          <a:p/>
          <a:p>
            <a:r>
              <a:t>KEY POINTS:</a:t>
            </a:r>
          </a:p>
          <a:p>
            <a:r>
              <a:t>   * Agent orchestrates entire workflow</a:t>
            </a:r>
          </a:p>
          <a:p>
            <a:r>
              <a:t>   * Skills provide specialized capabilities</a:t>
            </a:r>
          </a:p>
          <a:p>
            <a:r>
              <a:t>   * MCP connects to external systems</a:t>
            </a:r>
          </a:p>
          <a:p>
            <a:r>
              <a:t>   * Human oversight at key checkpoints</a:t>
            </a:r>
          </a:p>
          <a:p>
            <a:r>
              <a:t>   * This is the future of development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Hot off the press: Anthropic just shipped native multi-agent teams with Opus 4.6</a:t>
            </a:r>
          </a:p>
          <a:p/>
          <a:p>
            <a:r>
              <a:t>KEY POINTS:</a:t>
            </a:r>
          </a:p>
          <a:p>
            <a:r>
              <a:t>   * Agent Teams = multiple Claude Code instances working together</a:t>
            </a:r>
          </a:p>
          <a:p>
            <a:r>
              <a:t>   * One lead agent coordinates, teammates work independently</a:t>
            </a:r>
          </a:p>
          <a:p>
            <a:r>
              <a:t>   * Shared task list + inter-agent messaging</a:t>
            </a:r>
          </a:p>
          <a:p>
            <a:r>
              <a:t>   * Teammates can talk to EACH OTHER (not just the lead)</a:t>
            </a:r>
          </a:p>
          <a:p>
            <a:r>
              <a:t>   * Real example: 16 agents built a C compiler in 2000 sessions</a:t>
            </a:r>
          </a:p>
          <a:p/>
          <a:p>
            <a:r>
              <a:t>REAL-WORLD EXAMPLE:</a:t>
            </a:r>
          </a:p>
          <a:p>
            <a:r>
              <a:t>   Built a bootable Linux 6.9 kernel compiler for x86, ARM, RISC-V. Cost: &lt;$20k, 2 billion tokens.</a:t>
            </a:r>
          </a:p>
          <a:p/>
          <a:p>
            <a:r>
              <a:t>TRANSITION:</a:t>
            </a:r>
          </a:p>
          <a:p>
            <a:r>
              <a:t>   How does this compare to what we've already learned?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Third option: Agent Teams (covered on next slide)</a:t>
            </a:r>
          </a:p>
          <a:p>
            <a:r>
              <a:t>   * Single session: 95% of daily work. Fast, simple, cheap.</a:t>
            </a:r>
          </a:p>
          <a:p>
            <a:r>
              <a:t>   * Sub-agents: When you need parallel research that feeds back to main context</a:t>
            </a:r>
          </a:p>
          <a:p>
            <a:r>
              <a:t>   * Agent Teams: Complex coordination, teammates need to discuss with EACH OTHER</a:t>
            </a:r>
          </a:p>
          <a:p>
            <a:r>
              <a:t>   * Token cost scales: Single &lt; Sub-agents &lt; Agent Teams</a:t>
            </a:r>
          </a:p>
          <a:p>
            <a:r>
              <a:t>   * Choose based on coordination needs, not just task size</a:t>
            </a:r>
          </a:p>
          <a:p/>
          <a:p>
            <a:r>
              <a:t>ASK THE CLASS:</a:t>
            </a:r>
          </a:p>
          <a:p>
            <a:r>
              <a:t>   "When would your team need agents that coordinate with each other vs just reporting back?"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Now the third option: Agent Teams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7 min</a:t>
            </a:r>
          </a:p>
          <a:p/>
          <a:p>
            <a:r>
              <a:t>KEY POINTS:</a:t>
            </a:r>
          </a:p>
          <a:p>
            <a:r>
              <a:t>   * Setup: One setting flag + tmux (for split panes)</a:t>
            </a:r>
          </a:p>
          <a:p>
            <a:r>
              <a:t>   * Lead creates team, spawns teammates with specific roles</a:t>
            </a:r>
          </a:p>
          <a:p>
            <a:r>
              <a:t>   * Each teammate has own context window, works independently</a:t>
            </a:r>
          </a:p>
          <a:p>
            <a:r>
              <a:t>   * Teammates can message each other: 'Backend teammate, what's the API response format?'</a:t>
            </a:r>
          </a:p>
          <a:p>
            <a:r>
              <a:t>   * Lead synthesizes findings when done</a:t>
            </a:r>
          </a:p>
          <a:p>
            <a:r>
              <a:t>   * Best for: Parallel reviews, multi-layer features, competing hypotheses debugging</a:t>
            </a:r>
          </a:p>
          <a:p>
            <a:r>
              <a:t>   * CAUTION: High token usage - use for complex tasks only</a:t>
            </a:r>
          </a:p>
          <a:p/>
          <a:p>
            <a:r>
              <a:t>REAL-WORLD EXAMPLE:</a:t>
            </a:r>
          </a:p>
          <a:p>
            <a:r>
              <a:t>   Parallel code review: Security + Performance + Tests in parallel vs 3 sequential passes. Same thoroughness, 3× faster.</a:t>
            </a:r>
          </a:p>
          <a:p/>
          <a:p>
            <a:r>
              <a:t>DEMO:</a:t>
            </a:r>
          </a:p>
          <a:p>
            <a:r>
              <a:t>   Show setup: 1) Enable experimental flag in settings.json: CLAUDE_CODE_EXPERIMENTAL_AGENT_TEAMS=1  2) Start tmux session 3) Run claude and request team: 'Create agent team to review this PR. One security reviewer, one performance reviewer, one test coverage reviewer.' 4) Show split-pane mode with teammates working in parallel</a:t>
            </a:r>
          </a:p>
          <a:p/>
          <a:p>
            <a:r>
              <a:t>TRANSITION:</a:t>
            </a:r>
          </a:p>
          <a:p>
            <a:r>
              <a:t>   Agent Teams validate everything we've learned: agentic loops, skills, coordination patterns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Experimental flag: CLAUDE_CODE_EXPERIMENTAL_AGENT_TEAMS=1</a:t>
            </a:r>
          </a:p>
          <a:p>
            <a:r>
              <a:t>   * Add to settings.json in env section, global or project level</a:t>
            </a:r>
          </a:p>
          <a:p>
            <a:r>
              <a:t>   * TMux required for split-pane view (see all agents at once)</a:t>
            </a:r>
          </a:p>
          <a:p>
            <a:r>
              <a:t>   * Without TMux: in-process mode (Shift+Up/Down to switch agents)</a:t>
            </a:r>
          </a:p>
          <a:p>
            <a:r>
              <a:t>   * Windows users: Install WSL first, then TMux inside WSL</a:t>
            </a:r>
          </a:p>
          <a:p/>
          <a:p>
            <a:r>
              <a:t>DEMO:</a:t>
            </a:r>
          </a:p>
          <a:p>
            <a:r>
              <a:t>   Show settings.json with experimental flag. Demonstrate starting TMux session, then requesting agent team.</a:t>
            </a:r>
          </a:p>
          <a:p/>
          <a:p>
            <a:r>
              <a:t>TRANSITION:</a:t>
            </a:r>
          </a:p>
          <a:p>
            <a:r>
              <a:t>   Setup is easy - but knowing WHEN to use Agent Teams is critical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Rule of thumb: Sub-agents for research, Agent Teams for implementation</a:t>
            </a:r>
          </a:p>
          <a:p>
            <a:r>
              <a:t>   * Sub-agents = context isolation, only summary returns (token efficient)</a:t>
            </a:r>
          </a:p>
          <a:p>
            <a:r>
              <a:t>   * Agent Teams = shared task list, peer-to-peer messaging (2-4× token cost)</a:t>
            </a:r>
          </a:p>
          <a:p>
            <a:r>
              <a:t>   * Workflow pattern: Research with sub-agents → Plan → Implement with Agent Teams</a:t>
            </a:r>
          </a:p>
          <a:p>
            <a:r>
              <a:t>   * Don't use Agent Teams for simple tasks - coordination overhead exceeds benefit</a:t>
            </a:r>
          </a:p>
          <a:p/>
          <a:p>
            <a:r>
              <a:t>ASK THE CLASS:</a:t>
            </a:r>
          </a:p>
          <a:p>
            <a:r>
              <a:t>   "When would your team need agents that talk to each other vs. just report results back?"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Database schema + API endpoints + UI components: Each agent owns a layer, coordinates on contracts</a:t>
            </a:r>
          </a:p>
          <a:p/>
          <a:p>
            <a:r>
              <a:t>TRANSITION:</a:t>
            </a:r>
          </a:p>
          <a:p>
            <a:r>
              <a:t>   Once you know when to use it, here's how to use it well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Without specificity, Claude hallucinates weird teams or fails</a:t>
            </a:r>
          </a:p>
          <a:p>
            <a:r>
              <a:t>   * Token costs add up fast: C compiler project = $20K (but saved $$$$ in human dev)</a:t>
            </a:r>
          </a:p>
          <a:p>
            <a:r>
              <a:t>   * Agents collaborate via shared task list, but you need to trust it's working</a:t>
            </a:r>
          </a:p>
          <a:p>
            <a:r>
              <a:t>   * Common mistake: All agents start at once, backend uses wrong database schema</a:t>
            </a:r>
          </a:p>
          <a:p>
            <a:r>
              <a:t>   * Solution: Contract-first spawning (covered next slide)</a:t>
            </a:r>
          </a:p>
          <a:p>
            <a:r>
              <a:t>   * Use Ctrl+B + arrow keys to navigate between agent terminals</a:t>
            </a:r>
          </a:p>
          <a:p/>
          <a:p>
            <a:r>
              <a:t>REAL-WORLD EXAMPLE:</a:t>
            </a:r>
          </a:p>
          <a:p>
            <a:r>
              <a:t>   Cole Medin: Database agent finished schema, but backend already coded with wrong assumptions. Had to redo backend work.</a:t>
            </a:r>
          </a:p>
          <a:p/>
          <a:p>
            <a:r>
              <a:t>TRANSITION:</a:t>
            </a:r>
          </a:p>
          <a:p>
            <a:r>
              <a:t>   The solution to premature parallelism: Contract-first spawning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6 min</a:t>
            </a:r>
          </a:p>
          <a:p/>
          <a:p>
            <a:r>
              <a:t>KEY POINTS:</a:t>
            </a:r>
          </a:p>
          <a:p>
            <a:r>
              <a:t>   * Problem: Full parallelism causes mismatches (backend using wrong schema)</a:t>
            </a:r>
          </a:p>
          <a:p>
            <a:r>
              <a:t>   * Solution: Sequential contracts before full parallelism</a:t>
            </a:r>
          </a:p>
          <a:p>
            <a:r>
              <a:t>   * Each upstream agent defines its 'contract' (interface) first</a:t>
            </a:r>
          </a:p>
          <a:p>
            <a:r>
              <a:t>   * Downstream agents use correct contract from start</a:t>
            </a:r>
          </a:p>
          <a:p>
            <a:r>
              <a:t>   * After contracts defined, all agents work in parallel</a:t>
            </a:r>
          </a:p>
          <a:p>
            <a:r>
              <a:t>   * Custom Claude Code skills can enforce this pattern automatically</a:t>
            </a:r>
          </a:p>
          <a:p/>
          <a:p>
            <a:r>
              <a:t>REAL-WORLD EXAMPLE:</a:t>
            </a:r>
          </a:p>
          <a:p>
            <a:r>
              <a:t>   Cole Medin's /build_with_agent_team skill: Takes plan, determines optimal team, enforces contract-first spawning</a:t>
            </a:r>
          </a:p>
          <a:p/>
          <a:p>
            <a:r>
              <a:t>DEMO:</a:t>
            </a:r>
          </a:p>
          <a:p>
            <a:r>
              <a:t>   Show: Lead agent spawns database first, waits for schema contract, THEN spawns backend. Point out the wait step.</a:t>
            </a:r>
          </a:p>
          <a:p/>
          <a:p>
            <a:r>
              <a:t>TRANSITION:</a:t>
            </a:r>
          </a:p>
          <a:p>
            <a:r>
              <a:t>   These patterns enable real production use of Agent Teams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These are real patterns teams are using</a:t>
            </a:r>
          </a:p>
          <a:p>
            <a:r>
              <a:t>   * Start with one high-value workflow</a:t>
            </a:r>
          </a:p>
          <a:p>
            <a:r>
              <a:t>   * Measure time saved and quality improvements</a:t>
            </a:r>
          </a:p>
          <a:p>
            <a:r>
              <a:t>   * Iterate based on feedback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Don't try to do everything at once</a:t>
            </a:r>
          </a:p>
          <a:p>
            <a:r>
              <a:t>   * Build foundation before advanced patterns</a:t>
            </a:r>
          </a:p>
          <a:p>
            <a:r>
              <a:t>   * Measure adoption and value at each stage</a:t>
            </a:r>
          </a:p>
          <a:p>
            <a:r>
              <a:t>   * Celebrate wins to build momentum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You now have complete picture of Claude ecosystem</a:t>
            </a:r>
          </a:p>
          <a:p>
            <a:r>
              <a:t>   * From basic usage to advanced automation</a:t>
            </a:r>
          </a:p>
          <a:p>
            <a:r>
              <a:t>   * Start your pilot next week</a:t>
            </a:r>
          </a:p>
          <a:p>
            <a:r>
              <a:t>   * We're here to support you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Documentation is comprehensive</a:t>
            </a:r>
          </a:p>
          <a:p>
            <a:r>
              <a:t>   * Community is active and helpful</a:t>
            </a:r>
          </a:p>
          <a:p>
            <a:r>
              <a:t>   * We'll check in after you start pilot</a:t>
            </a:r>
          </a:p>
          <a:p>
            <a:r>
              <a:t>   * Questions welcome anytime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</a:t>
            </a:r>
          </a:p>
          <a:p/>
          <a:p>
            <a:r>
              <a:t>KEY POINTS:</a:t>
            </a:r>
          </a:p>
          <a:p>
            <a:r>
              <a:t>   * Congratulations on completing the technical track</a:t>
            </a:r>
          </a:p>
          <a:p>
            <a:r>
              <a:t>   * You have everything you need to get started</a:t>
            </a:r>
          </a:p>
          <a:p>
            <a:r>
              <a:t>   * Go build the future!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10B981"/>
                </a:solidFill>
              </a:defRPr>
            </a:pPr>
            <a:r>
              <a:t>Building Intelligent Workflows with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Agentic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20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AI Agents?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AI that takes actions, not just responds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The Agentic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Receive Task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Plan Approach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Execute Action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Observe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Goal Achieved? If no → Adjust Plan → Repeat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Sub-Agents &amp; Orchestration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Main agent delegates to specialists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Each sub-agent has focused expertise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Results aggregate back to main agent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Enables complex, multi-domain tasks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Example: Research Agent, Code Agent, Test Agent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Sub-Agents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Delegating focused research tasks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Agents Make Sense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Good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Multi-step tasks requiring iteration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Tasks needing external tool access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reasoning with verification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Workflows with decision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Not Suited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Simple Q&amp;A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One-shot transformations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Tasks without clear success criteria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Latency-sensitive operations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25 minutes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Skills?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Extending Claude's Capabilities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Built-in Skills in Claude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commit</a:t>
            </a:r>
            <a:br/>
            <a:r>
              <a:t>Stage, write message, commit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</a:t>
            </a:r>
            <a:br/>
            <a:r>
              <a:t>Create pull request with description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review</a:t>
            </a:r>
            <a:br/>
            <a:r>
              <a:t>Analyze code for issues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Enabling &amp; Configuring Skills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# In CLAUDE.md or settings</a:t>
            </a:r>
            <a:br/>
            <a:br/>
            <a:r>
              <a:t>## Skills Configuration</a:t>
            </a:r>
            <a:br/>
            <a:r>
              <a:t>- Enable: commit, pr, review</a:t>
            </a:r>
            <a:br/>
            <a:r>
              <a:t>- Disable: deploy (not ready yet)</a:t>
            </a:r>
            <a:br/>
            <a:br/>
            <a:r>
              <a:t>## Commit Skill Settings</a:t>
            </a:r>
            <a:br/>
            <a:r>
              <a:t>- Require conventional commit format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Custom Skills Concept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Define your own multi-step workflows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Package common tasks as reusable skills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Share across team/organization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Examples: Deploy workflow, release process, migration script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Note: Custom skill authoring is evolving - check docs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Skills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Commit, PR, Review workflows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40 minutes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MCP?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Open protocol for connecting AI to tools and data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MCP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(Client)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MCP Protocol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MCP Server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External System (DB, API, files)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MCP Primitives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Tools</a:t>
            </a:r>
            <a:br/>
            <a:r>
              <a:t>Actions Claude can invoke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Resources</a:t>
            </a:r>
            <a:br/>
            <a:r>
              <a:t>Data Claude can read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Prompts</a:t>
            </a:r>
            <a:br/>
            <a:r>
              <a:t>Templates for common tasks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Example MCP Servers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Filesystem: Read/write local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GitHub: Repository operations, PRs, issues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PostgreSQL: Database queries and schema access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Slack: Send messages, read channels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Google Drive: Access documents and spreadsheets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Custom: Build your own for internal systems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Installing MCP Server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BASH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# Install an MCP server (example: GitHub)</a:t>
            </a:r>
            <a:br/>
            <a:r>
              <a:t>npm install -g @modelcontextprotocol/server-github</a:t>
            </a:r>
            <a:br/>
            <a:br/>
            <a:r>
              <a:t># Configure in Claude Desktop or Claude Code</a:t>
            </a:r>
            <a:br/>
            <a:r>
              <a:t># Add to settings:</a:t>
            </a:r>
            <a:br/>
            <a:r>
              <a:t>{</a:t>
            </a:r>
            <a:br/>
            <a:r>
              <a:t>  "mcpServers": {</a:t>
            </a:r>
            <a:br/>
            <a:r>
              <a:t>    "github": {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MCP in Action: GitHub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Repository operations from Claude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MCP in Action: Database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Query PostgreSQL from Claude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Building a Custom MCP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Define tools your system needs to expose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Implement MCP protocol (SDK available)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Handle authentication and permissions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4. Package as npm module or standalone binary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5. Publish internally or to community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Simple MCP Server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TYPESCRIPT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import { Server } from '@modelcontextprotocol/sdk/server';</a:t>
            </a:r>
            <a:br/>
            <a:br/>
            <a:r>
              <a:t>const server = new Server({</a:t>
            </a:r>
            <a:br/>
            <a:r>
              <a:t>  name: 'my-system',</a:t>
            </a:r>
            <a:br/>
            <a:r>
              <a:t>  version: '1.0.0'</a:t>
            </a:r>
            <a:br/>
            <a:r>
              <a:t>});</a:t>
            </a:r>
            <a:br/>
            <a:br/>
            <a:r>
              <a:t>server.setRequestHandler('tools/list', async () =&gt; ({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MCP Security Considerations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MCP servers run locally (not cloud)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You control what data/systems are exposed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least-privilege credentials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Audit tool calls via logging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Review server code before running (open source)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Enterprise: Centrally manage approved servers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Putting It All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End-to-End Workflow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Agent receives task: 'Fix bug in payment service'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Uses MCP to query database for error 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Analyzes code using Claude Code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Writes fix, runs tests (test skill)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Creates commit (/commit skill)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Opens PR using GitHub MCP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Agent Teams (NEW: Feb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Native multi-agent orchestration in Claude Code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Agent Teams vs Sub-agents vs Single Session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Single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 Claude instance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Sequential work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Lowest token cost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Simple tasks, focused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Sub-agents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Helper agents report back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Results return to caller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Medium token cost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Focused research, verification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Agent Teams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Setup and parallel code review example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Agent Teams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290316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Enable experimental flag in settings.json</a:t>
            </a:r>
          </a:p>
        </p:txBody>
      </p:sp>
      <p:sp>
        <p:nvSpPr>
          <p:cNvPr id="7" name="Oval 6"/>
          <p:cNvSpPr/>
          <p:nvPr/>
        </p:nvSpPr>
        <p:spPr>
          <a:xfrm>
            <a:off x="298697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697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77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Install TMux (Linux/Mac) or iTerm2 (Mac only)</a:t>
            </a:r>
          </a:p>
        </p:txBody>
      </p:sp>
      <p:sp>
        <p:nvSpPr>
          <p:cNvPr id="10" name="Oval 9"/>
          <p:cNvSpPr/>
          <p:nvPr/>
        </p:nvSpPr>
        <p:spPr>
          <a:xfrm>
            <a:off x="505955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955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235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Windows: Use WSL (Windows Subsystem for Linux)</a:t>
            </a:r>
          </a:p>
        </p:txBody>
      </p:sp>
      <p:sp>
        <p:nvSpPr>
          <p:cNvPr id="13" name="Oval 12"/>
          <p:cNvSpPr/>
          <p:nvPr/>
        </p:nvSpPr>
        <p:spPr>
          <a:xfrm>
            <a:off x="713213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13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493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Start Claude Code and request agent team</a:t>
            </a:r>
          </a:p>
        </p:txBody>
      </p:sp>
      <p:sp>
        <p:nvSpPr>
          <p:cNvPr id="16" name="Oval 15"/>
          <p:cNvSpPr/>
          <p:nvPr/>
        </p:nvSpPr>
        <p:spPr>
          <a:xfrm>
            <a:off x="920471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471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51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Watch agents spawn in split panes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Decision Framework: When to Use Which?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Use Sub-Agents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Research tasks (codebase analysis)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Focused, isolated work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When you only need summary back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Token efficiency matters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Example: 'Analyze this module'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Use Agent Teams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Implementation with coordination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Multi-layer features (DB + API + UI)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Agents need to communicate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When parallelism adds value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Example: 'Build payment system'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Agent Teams Best Practices &amp; Gotchas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Be specific: 'Create 4 agents: database, backend, frontend, testing'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Token cost: 2-4× normal Claude Code usage - budget accordingly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Visibility: Hard to see collaboration - ask lead for status updates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Premature parallelism: Database schema mismatch if backend starts too early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Sequential contracts: Define database first, THEN backend, THEN frontend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Monitor closely: Use TMux split panes to watch progress in real-time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Contract-First Spawning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Spawn database agent → Define schema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Database sends 'contract' (schema) to lead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Spawn backend agent → Build API with correct schema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Backend sends 'contract' (API endpoints) to lead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Spawn frontend agent → Build UI with correct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All agents continue working in parallel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Real-World Agent Patterns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Bug Triage Agent: Analyze issue → Query logs → Suggest fix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Release Agent: Run tests → Update changelog → Create release → Notify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Documentation Agent: Scan code → Generate docs → Create PR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Monitoring Agent: Check metrics → Investigate anomalies → Alert team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Onboarding Agent: Setup environment → Configure tools → Create first PR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Getting Started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Week 1: Deploy Claude Enterprise, setup SSO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Week 2: Pilot Claude Code with 3-5 developers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Week 3: Enable built-in skills (/commit, /pr)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Week 4: Install 1-2 MCP servers (GitHub, filesystem)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Month 2: Build custom MCP for internal system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Month 3: Design first agent workflow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10 minutes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Agents: Multi-step reasoning with self-correction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Skills: Encapsulated workflows (built-in or custom)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MCP: Open protocol connecting Claude to external systems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Combine all three for powerful automation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Start small, measure, iterate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MCP Protocol: modelcontextprotocol.io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MCP Servers: github.com/modelcontextprotocol/servers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Claude Code Docs: docs.anthropic.com/claude-code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Community: discord.gg/anthropic-community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Your team: Let's schedule follow-up in 2 weeks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Build Something Amazing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